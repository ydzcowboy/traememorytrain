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66" r:id="rId3"/>
    <p:sldId id="264" r:id="rId4"/>
    <p:sldId id="272" r:id="rId5"/>
    <p:sldId id="275" r:id="rId6"/>
    <p:sldId id="271" r:id="rId7"/>
    <p:sldId id="257" r:id="rId8"/>
    <p:sldId id="274" r:id="rId9"/>
    <p:sldId id="273" r:id="rId10"/>
    <p:sldId id="276" r:id="rId11"/>
    <p:sldId id="261" r:id="rId12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 panose="020F0502020204030204"/>
      </a:defRPr>
    </a:lvl9pPr>
  </p:defaultTextStyle>
  <p:extLst>
    <p:ext uri="{521415D9-36F7-43E2-AB2F-B90AF26B5E84}">
      <p14:sectionLst xmlns:p14="http://schemas.microsoft.com/office/powerpoint/2010/main">
        <p14:section name="默认节" id="{BB2AFB90-B880-0141-873E-3EC0005ABDC1}">
          <p14:sldIdLst>
            <p14:sldId id="256"/>
          </p14:sldIdLst>
        </p14:section>
        <p14:section name="达标练习" id="{29C197D4-097A-0D4F-8E69-D6DB0AFF7F37}">
          <p14:sldIdLst>
            <p14:sldId id="266"/>
            <p14:sldId id="264"/>
            <p14:sldId id="272"/>
          </p14:sldIdLst>
        </p14:section>
        <p14:section name="进阶练习" id="{AB620EC6-3537-9E48-8304-85DB22A1BEE3}">
          <p14:sldIdLst>
            <p14:sldId id="275"/>
            <p14:sldId id="271"/>
            <p14:sldId id="257"/>
          </p14:sldIdLst>
        </p14:section>
        <p14:section name="特优训练" id="{49C0F06B-8617-C74C-AB2F-D91CA464D582}">
          <p14:sldIdLst>
            <p14:sldId id="274"/>
            <p14:sldId id="273"/>
            <p14:sldId id="276"/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47E6"/>
    <a:srgbClr val="6CF2E2"/>
    <a:srgbClr val="7035A0"/>
    <a:srgbClr val="942092"/>
    <a:srgbClr val="49216D"/>
    <a:srgbClr val="4F2474"/>
    <a:srgbClr val="521B93"/>
    <a:srgbClr val="000000"/>
    <a:srgbClr val="BAC5FD"/>
    <a:srgbClr val="48B6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871"/>
    <p:restoredTop sz="74471"/>
  </p:normalViewPr>
  <p:slideViewPr>
    <p:cSldViewPr snapToGrid="0" snapToObjects="1">
      <p:cViewPr varScale="1">
        <p:scale>
          <a:sx n="50" d="100"/>
          <a:sy n="50" d="100"/>
        </p:scale>
        <p:origin x="668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60390892"/>
      </p:ext>
    </p:extLst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 panose="020F0502020204030204"/>
      </a:defRPr>
    </a:lvl1pPr>
    <a:lvl2pPr indent="228600" latinLnBrk="0">
      <a:defRPr sz="1200">
        <a:latin typeface="+mn-lt"/>
        <a:ea typeface="+mn-ea"/>
        <a:cs typeface="+mn-cs"/>
        <a:sym typeface="Calibri" panose="020F0502020204030204"/>
      </a:defRPr>
    </a:lvl2pPr>
    <a:lvl3pPr indent="457200" latinLnBrk="0">
      <a:defRPr sz="1200">
        <a:latin typeface="+mn-lt"/>
        <a:ea typeface="+mn-ea"/>
        <a:cs typeface="+mn-cs"/>
        <a:sym typeface="Calibri" panose="020F0502020204030204"/>
      </a:defRPr>
    </a:lvl3pPr>
    <a:lvl4pPr indent="685800" latinLnBrk="0">
      <a:defRPr sz="1200">
        <a:latin typeface="+mn-lt"/>
        <a:ea typeface="+mn-ea"/>
        <a:cs typeface="+mn-cs"/>
        <a:sym typeface="Calibri" panose="020F0502020204030204"/>
      </a:defRPr>
    </a:lvl4pPr>
    <a:lvl5pPr indent="914400" latinLnBrk="0">
      <a:defRPr sz="1200">
        <a:latin typeface="+mn-lt"/>
        <a:ea typeface="+mn-ea"/>
        <a:cs typeface="+mn-cs"/>
        <a:sym typeface="Calibri" panose="020F0502020204030204"/>
      </a:defRPr>
    </a:lvl5pPr>
    <a:lvl6pPr indent="1143000" latinLnBrk="0">
      <a:defRPr sz="1200">
        <a:latin typeface="+mn-lt"/>
        <a:ea typeface="+mn-ea"/>
        <a:cs typeface="+mn-cs"/>
        <a:sym typeface="Calibri" panose="020F0502020204030204"/>
      </a:defRPr>
    </a:lvl6pPr>
    <a:lvl7pPr indent="1371600" latinLnBrk="0">
      <a:defRPr sz="1200">
        <a:latin typeface="+mn-lt"/>
        <a:ea typeface="+mn-ea"/>
        <a:cs typeface="+mn-cs"/>
        <a:sym typeface="Calibri" panose="020F0502020204030204"/>
      </a:defRPr>
    </a:lvl7pPr>
    <a:lvl8pPr indent="1600200" latinLnBrk="0">
      <a:defRPr sz="1200">
        <a:latin typeface="+mn-lt"/>
        <a:ea typeface="+mn-ea"/>
        <a:cs typeface="+mn-cs"/>
        <a:sym typeface="Calibri" panose="020F0502020204030204"/>
      </a:defRPr>
    </a:lvl8pPr>
    <a:lvl9pPr indent="1828800" latinLnBrk="0">
      <a:defRPr sz="1200">
        <a:latin typeface="+mn-lt"/>
        <a:ea typeface="+mn-ea"/>
        <a:cs typeface="+mn-cs"/>
        <a:sym typeface="Calibri" panose="020F050202020403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数字记忆环节</a:t>
            </a:r>
            <a:endParaRPr kumimoji="1" lang="en-US" altLang="zh-CN" dirty="0"/>
          </a:p>
          <a:p>
            <a:r>
              <a:rPr kumimoji="1" lang="zh-CN" altLang="en-US" dirty="0"/>
              <a:t>计时：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分钟</a:t>
            </a:r>
            <a:endParaRPr kumimoji="1" lang="en-US" altLang="zh-CN" dirty="0"/>
          </a:p>
          <a:p>
            <a:r>
              <a:rPr kumimoji="1" lang="zh-CN" altLang="en-US" dirty="0"/>
              <a:t>记录：准确率</a:t>
            </a:r>
            <a:br>
              <a:rPr kumimoji="1" lang="en-US" altLang="zh-CN" dirty="0"/>
            </a:br>
            <a:r>
              <a:rPr kumimoji="1" lang="zh-CN" altLang="en-US" dirty="0"/>
              <a:t>引导学员分析错误原因（编码是否熟悉、图像是否清晰、地点是否清晰、联结是否紧密）</a:t>
            </a:r>
            <a:endParaRPr kumimoji="1"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9333115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zh-CN" altLang="en-US" dirty="0"/>
              <a:t>词汇记忆环节</a:t>
            </a:r>
            <a:endParaRPr kumimoji="1" lang="en-US" altLang="zh-CN" dirty="0"/>
          </a:p>
          <a:p>
            <a:r>
              <a:rPr kumimoji="1" lang="zh-CN" altLang="en-US" dirty="0"/>
              <a:t>计时：</a:t>
            </a:r>
            <a:r>
              <a:rPr kumimoji="1" lang="en-US" altLang="zh-CN" dirty="0"/>
              <a:t>5</a:t>
            </a:r>
            <a:r>
              <a:rPr kumimoji="1" lang="zh-CN" altLang="en-US" dirty="0"/>
              <a:t>分钟</a:t>
            </a:r>
            <a:endParaRPr kumimoji="1" lang="en-US" altLang="zh-CN" dirty="0"/>
          </a:p>
          <a:p>
            <a:r>
              <a:rPr kumimoji="1" lang="zh-CN" altLang="en-US" dirty="0"/>
              <a:t>记录：准确率</a:t>
            </a:r>
            <a:br>
              <a:rPr kumimoji="1" lang="en-US" altLang="zh-CN" dirty="0"/>
            </a:br>
            <a:r>
              <a:rPr kumimoji="1" lang="zh-CN" altLang="en-US" dirty="0"/>
              <a:t>引导学员分析错误原因（抽象词转换位形象词，联想画面是否清晰有助于记忆）</a:t>
            </a:r>
            <a:endParaRPr kumimoji="1" lang="en-US" altLang="zh-CN" dirty="0"/>
          </a:p>
          <a:p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26194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56116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11"/>
          <p:cNvSpPr>
            <a:spLocks noGrp="1"/>
          </p:cNvSpPr>
          <p:nvPr>
            <p:ph type="title" hasCustomPrompt="1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12" name="Shape 12"/>
          <p:cNvSpPr>
            <a:spLocks noGrp="1"/>
          </p:cNvSpPr>
          <p:nvPr>
            <p:ph type="body" sz="quarter" idx="1" hasCustomPrompt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3" name="Shape 1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20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21" name="Shape 21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22" name="Shape 22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9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标题文本</a:t>
            </a:r>
          </a:p>
        </p:txBody>
      </p:sp>
      <p:sp>
        <p:nvSpPr>
          <p:cNvPr id="30" name="Shape 30"/>
          <p:cNvSpPr>
            <a:spLocks noGrp="1"/>
          </p:cNvSpPr>
          <p:nvPr>
            <p:ph type="body" sz="quarter" idx="1" hasCustomPrompt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888888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888888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888888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888888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888888"/>
                </a:solidFill>
              </a:defRPr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31" name="Shape 31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hape 38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39" name="Shape 39"/>
          <p:cNvSpPr>
            <a:spLocks noGrp="1"/>
          </p:cNvSpPr>
          <p:nvPr>
            <p:ph type="body" sz="half" idx="1" hasCustomPrompt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0" name="Shape 4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hape 47"/>
          <p:cNvSpPr>
            <a:spLocks noGrp="1"/>
          </p:cNvSpPr>
          <p:nvPr>
            <p:ph type="title" hasCustomPrompt="1"/>
          </p:nvPr>
        </p:nvSpPr>
        <p:spPr>
          <a:xfrm>
            <a:off x="839787" y="365125"/>
            <a:ext cx="10515601" cy="1325563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48" name="Shape 48"/>
          <p:cNvSpPr>
            <a:spLocks noGrp="1"/>
          </p:cNvSpPr>
          <p:nvPr>
            <p:ph type="body" sz="quarter" idx="1" hasCustomPrompt="1"/>
          </p:nvPr>
        </p:nvSpPr>
        <p:spPr>
          <a:xfrm>
            <a:off x="839787" y="1681163"/>
            <a:ext cx="5157789" cy="823913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9" name="Shape 49"/>
          <p:cNvSpPr>
            <a:spLocks noGrp="1"/>
          </p:cNvSpPr>
          <p:nvPr>
            <p:ph type="body" sz="quarter" idx="13"/>
          </p:nvPr>
        </p:nvSpPr>
        <p:spPr>
          <a:xfrm>
            <a:off x="6172200" y="1681163"/>
            <a:ext cx="5183188" cy="823913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50" name="Shape 50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57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58" name="Shape 58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72"/>
          <p:cNvSpPr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73" name="Shape 73"/>
          <p:cNvSpPr>
            <a:spLocks noGrp="1"/>
          </p:cNvSpPr>
          <p:nvPr>
            <p:ph type="body" sz="half" idx="1" hasCustomPrompt="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185" indent="-260985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74" name="Shape 74"/>
          <p:cNvSpPr>
            <a:spLocks noGrp="1"/>
          </p:cNvSpPr>
          <p:nvPr>
            <p:ph type="body" sz="quarter" idx="13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5" name="Shape 7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Shape 82"/>
          <p:cNvSpPr>
            <a:spLocks noGrp="1"/>
          </p:cNvSpPr>
          <p:nvPr>
            <p:ph type="title" hasCustomPrompt="1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标题文本</a:t>
            </a:r>
          </a:p>
        </p:txBody>
      </p:sp>
      <p:sp>
        <p:nvSpPr>
          <p:cNvPr id="83" name="Shape 83"/>
          <p:cNvSpPr>
            <a:spLocks noGrp="1"/>
          </p:cNvSpPr>
          <p:nvPr>
            <p:ph type="pic" sz="half" idx="13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Shape 84"/>
          <p:cNvSpPr>
            <a:spLocks noGrp="1"/>
          </p:cNvSpPr>
          <p:nvPr>
            <p:ph type="body" sz="quarter" idx="1" hasCustomPrompt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85" name="Shape 85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Shape 92"/>
          <p:cNvSpPr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93" name="Shape 93"/>
          <p:cNvSpPr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94" name="Shape 9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>
            <a:spLocks noGrp="1"/>
          </p:cNvSpPr>
          <p:nvPr>
            <p:ph type="title" hasCustomPrompt="1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/>
          <a:lstStyle/>
          <a:p>
            <a:r>
              <a:t>标题文本</a:t>
            </a:r>
          </a:p>
        </p:txBody>
      </p:sp>
      <p:sp>
        <p:nvSpPr>
          <p:cNvPr id="102" name="Shape 102"/>
          <p:cNvSpPr>
            <a:spLocks noGrp="1"/>
          </p:cNvSpPr>
          <p:nvPr>
            <p:ph type="body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/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103" name="Shape 103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r>
              <a:t>标题文本</a:t>
            </a:r>
          </a:p>
        </p:txBody>
      </p:sp>
      <p:sp>
        <p:nvSpPr>
          <p:cNvPr id="3" name="Shape 3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r>
              <a:t>正文级别 1</a:t>
            </a:r>
          </a:p>
          <a:p>
            <a:pPr lvl="1"/>
            <a:r>
              <a:t>正文级别 2</a:t>
            </a:r>
          </a:p>
          <a:p>
            <a:pPr lvl="2"/>
            <a:r>
              <a:t>正文级别 3</a:t>
            </a:r>
          </a:p>
          <a:p>
            <a:pPr lvl="3"/>
            <a:r>
              <a:t>正文级别 4</a:t>
            </a:r>
          </a:p>
          <a:p>
            <a:pPr lvl="4"/>
            <a:r>
              <a:t>正文级别 5</a:t>
            </a:r>
          </a:p>
        </p:txBody>
      </p:sp>
      <p:sp>
        <p:nvSpPr>
          <p:cNvPr id="4" name="Shape 4"/>
          <p:cNvSpPr>
            <a:spLocks noGrp="1"/>
          </p:cNvSpPr>
          <p:nvPr>
            <p:ph type="sldNum" sz="quarter" idx="2"/>
          </p:nvPr>
        </p:nvSpPr>
        <p:spPr>
          <a:xfrm>
            <a:off x="11089818" y="6404292"/>
            <a:ext cx="263983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rPr/>
              <a:t>‹#›</a:t>
            </a:fld>
            <a:endParaRPr/>
          </a:p>
        </p:txBody>
      </p:sp>
      <p:pic>
        <p:nvPicPr>
          <p:cNvPr id="5" name="图片 4"/>
          <p:cNvPicPr>
            <a:picLocks noChangeAspect="1"/>
          </p:cNvPicPr>
          <p:nvPr userDrawn="1"/>
        </p:nvPicPr>
        <p:blipFill>
          <a:blip r:embed="rId12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5543" y="0"/>
            <a:ext cx="2496457" cy="120099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7" r:id="rId8"/>
    <p:sldLayoutId id="2147483658" r:id="rId9"/>
    <p:sldLayoutId id="2147483659" r:id="rId10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4400" b="0" i="0" u="none" strike="noStrike" cap="none" spc="0" baseline="0">
          <a:ln>
            <a:noFill/>
          </a:ln>
          <a:solidFill>
            <a:srgbClr val="000000"/>
          </a:solidFill>
          <a:uFillTx/>
          <a:latin typeface="Calibri Light" panose="020F0302020204030204"/>
          <a:ea typeface="Calibri Light" panose="020F0302020204030204"/>
          <a:cs typeface="Calibri Light" panose="020F0302020204030204"/>
          <a:sym typeface="Calibri Light" panose="020F0302020204030204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1234440" marR="0" indent="-32004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 panose="020B0604020202020204"/>
        <a:buChar char="•"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Calibri" panose="020F0502020204030204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Calibri" panose="020F050202020403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emf"/><Relationship Id="rId5" Type="http://schemas.openxmlformats.org/officeDocument/2006/relationships/package" Target="../embeddings/Microsoft_Excel_Worksheet.xlsx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7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-14200" y="1337545"/>
            <a:ext cx="12225250" cy="5527964"/>
          </a:xfrm>
          <a:prstGeom prst="rect">
            <a:avLst/>
          </a:prstGeom>
          <a:gradFill>
            <a:gsLst>
              <a:gs pos="75000">
                <a:srgbClr val="9B47E6"/>
              </a:gs>
              <a:gs pos="0">
                <a:srgbClr val="49216D"/>
              </a:gs>
            </a:gsLst>
            <a:lin ang="2700000" scaled="1"/>
          </a:gradFill>
          <a:ln w="12700" cap="flat">
            <a:noFill/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7" name="平行四边形 6">
            <a:extLst>
              <a:ext uri="{FF2B5EF4-FFF2-40B4-BE49-F238E27FC236}">
                <a16:creationId xmlns:a16="http://schemas.microsoft.com/office/drawing/2014/main" id="{FA6CFB6F-2F87-4509-89BC-4FF31F5D061C}"/>
              </a:ext>
            </a:extLst>
          </p:cNvPr>
          <p:cNvSpPr/>
          <p:nvPr/>
        </p:nvSpPr>
        <p:spPr>
          <a:xfrm>
            <a:off x="2013809" y="2670462"/>
            <a:ext cx="8439149" cy="2015838"/>
          </a:xfrm>
          <a:prstGeom prst="parallelogram">
            <a:avLst>
              <a:gd name="adj" fmla="val 29719"/>
            </a:avLst>
          </a:prstGeom>
          <a:gradFill>
            <a:gsLst>
              <a:gs pos="11000">
                <a:srgbClr val="2CF0F6"/>
              </a:gs>
              <a:gs pos="96000">
                <a:srgbClr val="A039AD">
                  <a:alpha val="3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微软雅黑"/>
              <a:cs typeface="+mn-cs"/>
            </a:endParaRPr>
          </a:p>
        </p:txBody>
      </p:sp>
      <p:pic>
        <p:nvPicPr>
          <p:cNvPr id="8" name="PA_图片 480">
            <a:extLst>
              <a:ext uri="{FF2B5EF4-FFF2-40B4-BE49-F238E27FC236}">
                <a16:creationId xmlns:a16="http://schemas.microsoft.com/office/drawing/2014/main" id="{2ACC03D1-FF3E-4AE9-8D73-5BB0B3AC539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9282" y="3199844"/>
            <a:ext cx="3423400" cy="571500"/>
          </a:xfrm>
          <a:prstGeom prst="rect">
            <a:avLst/>
          </a:prstGeom>
        </p:spPr>
      </p:pic>
      <p:sp>
        <p:nvSpPr>
          <p:cNvPr id="9" name="平行四边形 8">
            <a:extLst>
              <a:ext uri="{FF2B5EF4-FFF2-40B4-BE49-F238E27FC236}">
                <a16:creationId xmlns:a16="http://schemas.microsoft.com/office/drawing/2014/main" id="{26D7AB35-68F5-4A4F-9211-3142485D194E}"/>
              </a:ext>
            </a:extLst>
          </p:cNvPr>
          <p:cNvSpPr/>
          <p:nvPr/>
        </p:nvSpPr>
        <p:spPr>
          <a:xfrm flipH="1" flipV="1">
            <a:off x="9159774" y="4559254"/>
            <a:ext cx="2282659" cy="81546"/>
          </a:xfrm>
          <a:prstGeom prst="parallelogram">
            <a:avLst>
              <a:gd name="adj" fmla="val 32110"/>
            </a:avLst>
          </a:prstGeom>
          <a:gradFill>
            <a:gsLst>
              <a:gs pos="0">
                <a:srgbClr val="2CF0F6"/>
              </a:gs>
              <a:gs pos="100000">
                <a:srgbClr val="A72DA8">
                  <a:alpha val="1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D6CBF53-F88B-4C35-95DC-B8AECACC7B36}"/>
              </a:ext>
            </a:extLst>
          </p:cNvPr>
          <p:cNvSpPr/>
          <p:nvPr/>
        </p:nvSpPr>
        <p:spPr>
          <a:xfrm>
            <a:off x="2987441" y="3397824"/>
            <a:ext cx="710002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4800" b="1" dirty="0">
                <a:solidFill>
                  <a:schemeClr val="bg1"/>
                </a:solidFill>
                <a:latin typeface="微软雅黑" charset="0"/>
                <a:ea typeface="思源宋体 CN Heavy" panose="02020900000000000000" pitchFamily="18" charset="-122"/>
              </a:rPr>
              <a:t>21</a:t>
            </a:r>
            <a:r>
              <a:rPr lang="zh-CN" altLang="en-US" sz="4800" b="1" dirty="0">
                <a:solidFill>
                  <a:schemeClr val="bg1"/>
                </a:solidFill>
                <a:latin typeface="微软雅黑" charset="0"/>
                <a:ea typeface="思源宋体 CN Heavy" panose="02020900000000000000" pitchFamily="18" charset="-122"/>
              </a:rPr>
              <a:t>天线上打卡项目（五）</a:t>
            </a:r>
          </a:p>
        </p:txBody>
      </p:sp>
      <p:sp>
        <p:nvSpPr>
          <p:cNvPr id="11" name="平行四边形 10">
            <a:extLst>
              <a:ext uri="{FF2B5EF4-FFF2-40B4-BE49-F238E27FC236}">
                <a16:creationId xmlns:a16="http://schemas.microsoft.com/office/drawing/2014/main" id="{EBB8C7C9-A21B-4405-9621-613F5B5C2F7B}"/>
              </a:ext>
            </a:extLst>
          </p:cNvPr>
          <p:cNvSpPr/>
          <p:nvPr/>
        </p:nvSpPr>
        <p:spPr>
          <a:xfrm>
            <a:off x="704782" y="2657750"/>
            <a:ext cx="2282659" cy="73317"/>
          </a:xfrm>
          <a:prstGeom prst="parallelogram">
            <a:avLst>
              <a:gd name="adj" fmla="val 32110"/>
            </a:avLst>
          </a:prstGeom>
          <a:gradFill>
            <a:gsLst>
              <a:gs pos="0">
                <a:srgbClr val="2CF0F6"/>
              </a:gs>
              <a:gs pos="100000">
                <a:srgbClr val="A72DA8">
                  <a:alpha val="14000"/>
                </a:srgbClr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prstClr val="white"/>
              </a:solidFill>
              <a:latin typeface="Arial"/>
              <a:ea typeface="微软雅黑"/>
            </a:endParaRPr>
          </a:p>
        </p:txBody>
      </p:sp>
      <p:sp>
        <p:nvSpPr>
          <p:cNvPr id="13" name="Shape 113"/>
          <p:cNvSpPr/>
          <p:nvPr/>
        </p:nvSpPr>
        <p:spPr>
          <a:xfrm>
            <a:off x="216524" y="950541"/>
            <a:ext cx="3514090" cy="39878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>
                <a:solidFill>
                  <a:srgbClr val="7030A0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rPr lang="zh-CN" altLang="en-US" sz="2000" dirty="0"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  <a:reflection blurRad="6350" stA="0" endPos="85000" dist="101600" dir="5400000" sy="-100000" algn="bl" rotWithShape="0"/>
                </a:effectLst>
              </a:rPr>
              <a:t>没有记忆天才 只有记忆方法</a:t>
            </a:r>
            <a:endParaRPr sz="2000" dirty="0">
              <a:solidFill>
                <a:srgbClr val="7030A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  <a:reflection blurRad="6350" stA="0" endPos="85000" dist="101600" dir="5400000" sy="-100000" algn="bl" rotWithShape="0"/>
              </a:effectLst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1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1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动输入 3">
            <a:extLst>
              <a:ext uri="{FF2B5EF4-FFF2-40B4-BE49-F238E27FC236}">
                <a16:creationId xmlns:a16="http://schemas.microsoft.com/office/drawing/2014/main" id="{87DECA9A-E109-7E48-BFD6-D4DA9AAB55E7}"/>
              </a:ext>
            </a:extLst>
          </p:cNvPr>
          <p:cNvSpPr/>
          <p:nvPr/>
        </p:nvSpPr>
        <p:spPr>
          <a:xfrm rot="5400000">
            <a:off x="789856" y="-789856"/>
            <a:ext cx="6858000" cy="8437712"/>
          </a:xfrm>
          <a:prstGeom prst="flowChartManualInput">
            <a:avLst/>
          </a:prstGeom>
          <a:solidFill>
            <a:srgbClr val="9B47E6">
              <a:alpha val="82000"/>
            </a:srgbClr>
          </a:solidFill>
          <a:ln w="12700" cap="flat">
            <a:noFill/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DE07C4-7C0D-8D48-A884-7EF80375C434}"/>
              </a:ext>
            </a:extLst>
          </p:cNvPr>
          <p:cNvSpPr txBox="1"/>
          <p:nvPr/>
        </p:nvSpPr>
        <p:spPr>
          <a:xfrm>
            <a:off x="2520314" y="2465285"/>
            <a:ext cx="5868421" cy="13234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英文单词</a:t>
            </a:r>
            <a:r>
              <a:rPr lang="zh-CN" altLang="en-US" sz="8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、</a:t>
            </a:r>
            <a:endParaRPr kumimoji="0" lang="zh-CN" altLang="en-US" sz="8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931522-CAFA-494C-9909-F3DBC9821118}"/>
              </a:ext>
            </a:extLst>
          </p:cNvPr>
          <p:cNvSpPr txBox="1"/>
          <p:nvPr/>
        </p:nvSpPr>
        <p:spPr>
          <a:xfrm>
            <a:off x="7487911" y="2477997"/>
            <a:ext cx="5060005" cy="13234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8000" b="1" dirty="0">
                <a:solidFill>
                  <a:srgbClr val="9B47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古诗记忆</a:t>
            </a:r>
            <a:endParaRPr kumimoji="0" lang="zh-CN" altLang="en-US" sz="8000" b="1" i="0" u="none" strike="noStrike" cap="none" spc="0" normalizeH="0" baseline="0" dirty="0">
              <a:ln>
                <a:noFill/>
              </a:ln>
              <a:solidFill>
                <a:srgbClr val="9B47E6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Calibri" panose="020F0502020204030204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A6942F74-73E2-0F4E-A2F4-F69E20FB234A}"/>
              </a:ext>
            </a:extLst>
          </p:cNvPr>
          <p:cNvSpPr txBox="1"/>
          <p:nvPr/>
        </p:nvSpPr>
        <p:spPr>
          <a:xfrm>
            <a:off x="428874" y="271162"/>
            <a:ext cx="7977471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dirty="0">
                <a:ea typeface="微软雅黑" charset="0"/>
              </a:rPr>
              <a:t>达标练习</a:t>
            </a:r>
            <a:endParaRPr lang="en-US" altLang="zh-CN" sz="3600" b="1" dirty="0">
              <a:ea typeface="微软雅黑" charset="0"/>
            </a:endParaRPr>
          </a:p>
        </p:txBody>
      </p:sp>
      <p:pic>
        <p:nvPicPr>
          <p:cNvPr id="142" name="图形 141" descr="星星">
            <a:extLst>
              <a:ext uri="{FF2B5EF4-FFF2-40B4-BE49-F238E27FC236}">
                <a16:creationId xmlns:a16="http://schemas.microsoft.com/office/drawing/2014/main" id="{7108C796-0A50-4443-8194-C0A80C806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7835" y="103811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048681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>
            <a:extLst>
              <a:ext uri="{FF2B5EF4-FFF2-40B4-BE49-F238E27FC236}">
                <a16:creationId xmlns:a16="http://schemas.microsoft.com/office/drawing/2014/main" id="{C9859ACD-2602-4676-9F15-C7E030F23687}"/>
              </a:ext>
            </a:extLst>
          </p:cNvPr>
          <p:cNvSpPr/>
          <p:nvPr/>
        </p:nvSpPr>
        <p:spPr>
          <a:xfrm>
            <a:off x="-1" y="281940"/>
            <a:ext cx="338480" cy="9233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537881" y="416410"/>
            <a:ext cx="7164777" cy="58477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ea typeface="微软雅黑" charset="0"/>
              </a:rPr>
              <a:t>达标练习                                   </a:t>
            </a:r>
            <a:r>
              <a:rPr lang="zh-CN" altLang="en-US" sz="3200" b="1" dirty="0">
                <a:ea typeface="微软雅黑" charset="0"/>
              </a:rPr>
              <a:t>英文单词</a:t>
            </a:r>
            <a:endParaRPr lang="en-US" altLang="zh-CN" sz="3200" b="1" dirty="0">
              <a:ea typeface="微软雅黑" charset="0"/>
            </a:endParaRPr>
          </a:p>
        </p:txBody>
      </p:sp>
      <p:pic>
        <p:nvPicPr>
          <p:cNvPr id="3" name="图形 2" descr="星星">
            <a:extLst>
              <a:ext uri="{FF2B5EF4-FFF2-40B4-BE49-F238E27FC236}">
                <a16:creationId xmlns:a16="http://schemas.microsoft.com/office/drawing/2014/main" id="{A0389374-BBBB-AC49-8BB4-9F33C9D8F6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53005" y="296333"/>
            <a:ext cx="704850" cy="70485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F4652D8-D414-1248-A241-36B51F0F5A85}"/>
              </a:ext>
            </a:extLst>
          </p:cNvPr>
          <p:cNvSpPr txBox="1"/>
          <p:nvPr/>
        </p:nvSpPr>
        <p:spPr>
          <a:xfrm>
            <a:off x="537880" y="1205268"/>
            <a:ext cx="7164777" cy="46166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ea typeface="微软雅黑" charset="0"/>
              </a:rPr>
              <a:t>请写出以下单词的记忆思路</a:t>
            </a:r>
            <a:endParaRPr lang="en-US" altLang="zh-CN" sz="2400" dirty="0">
              <a:ea typeface="微软雅黑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2FEBC43-6B2C-D140-983B-F9A049360589}"/>
              </a:ext>
            </a:extLst>
          </p:cNvPr>
          <p:cNvSpPr/>
          <p:nvPr/>
        </p:nvSpPr>
        <p:spPr>
          <a:xfrm>
            <a:off x="2107573" y="2244289"/>
            <a:ext cx="8356775" cy="304698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dirty="0"/>
              <a:t>horrible       ['</a:t>
            </a:r>
            <a:r>
              <a:rPr lang="en-US" altLang="zh-CN" sz="3200" dirty="0" err="1"/>
              <a:t>hɒrəb</a:t>
            </a:r>
            <a:r>
              <a:rPr lang="en-US" altLang="zh-CN" sz="3200" dirty="0"/>
              <a:t>(</a:t>
            </a:r>
            <a:r>
              <a:rPr lang="en-US" altLang="zh-CN" sz="3200" dirty="0" err="1"/>
              <a:t>ə</a:t>
            </a:r>
            <a:r>
              <a:rPr lang="en-US" altLang="zh-CN" sz="3200" dirty="0"/>
              <a:t>)l]         </a:t>
            </a:r>
            <a:r>
              <a:rPr lang="zh-CN" altLang="en-US" sz="3200" dirty="0"/>
              <a:t>可怕的；极讨厌的</a:t>
            </a:r>
            <a:endParaRPr lang="en-US" altLang="zh-CN" sz="3200" dirty="0"/>
          </a:p>
          <a:p>
            <a:r>
              <a:rPr lang="en-US" altLang="zh-CN" sz="3200" dirty="0"/>
              <a:t>proud          [</a:t>
            </a:r>
            <a:r>
              <a:rPr lang="en-US" altLang="zh-CN" sz="3200" dirty="0" err="1"/>
              <a:t>praʊd</a:t>
            </a:r>
            <a:r>
              <a:rPr lang="en-US" altLang="zh-CN" sz="3200" dirty="0"/>
              <a:t>]         </a:t>
            </a:r>
            <a:r>
              <a:rPr lang="zh-CN" altLang="en-US" sz="3200" dirty="0"/>
              <a:t>自豪的 </a:t>
            </a:r>
          </a:p>
          <a:p>
            <a:r>
              <a:rPr lang="zh-CN" altLang="en-US" sz="3200" dirty="0"/>
              <a:t> </a:t>
            </a:r>
            <a:r>
              <a:rPr lang="en-US" altLang="zh-CN" sz="3200" dirty="0"/>
              <a:t>nervous      ['</a:t>
            </a:r>
            <a:r>
              <a:rPr lang="en-US" altLang="zh-CN" sz="3200" dirty="0" err="1"/>
              <a:t>nɜːvəs</a:t>
            </a:r>
            <a:r>
              <a:rPr lang="en-US" altLang="zh-CN" sz="3200" dirty="0"/>
              <a:t>]           </a:t>
            </a:r>
            <a:r>
              <a:rPr lang="zh-CN" altLang="en-US" sz="3200" dirty="0"/>
              <a:t>紧张的 </a:t>
            </a:r>
          </a:p>
          <a:p>
            <a:r>
              <a:rPr lang="en-US" altLang="zh-CN" sz="3200" dirty="0"/>
              <a:t>foreign         ['</a:t>
            </a:r>
            <a:r>
              <a:rPr lang="en-US" altLang="zh-CN" sz="3200" dirty="0" err="1"/>
              <a:t>fɒrɪn</a:t>
            </a:r>
            <a:r>
              <a:rPr lang="en-US" altLang="zh-CN" sz="3200" dirty="0"/>
              <a:t>]       </a:t>
            </a:r>
            <a:r>
              <a:rPr lang="zh-CN" altLang="en-US" sz="3200" dirty="0"/>
              <a:t>外国的 </a:t>
            </a:r>
          </a:p>
          <a:p>
            <a:r>
              <a:rPr lang="en-US" altLang="zh-CN" sz="3200" dirty="0"/>
              <a:t>program      ['</a:t>
            </a:r>
            <a:r>
              <a:rPr lang="en-US" altLang="zh-CN" sz="3200" dirty="0" err="1"/>
              <a:t>prəʊɡræm</a:t>
            </a:r>
            <a:r>
              <a:rPr lang="en-US" altLang="zh-CN" sz="3200" dirty="0"/>
              <a:t>]       </a:t>
            </a:r>
            <a:r>
              <a:rPr lang="zh-CN" altLang="en-US" sz="3200" dirty="0"/>
              <a:t>节目单，节目 </a:t>
            </a:r>
          </a:p>
          <a:p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086693306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>
            <a:extLst>
              <a:ext uri="{FF2B5EF4-FFF2-40B4-BE49-F238E27FC236}">
                <a16:creationId xmlns:a16="http://schemas.microsoft.com/office/drawing/2014/main" id="{C9859ACD-2602-4676-9F15-C7E030F23687}"/>
              </a:ext>
            </a:extLst>
          </p:cNvPr>
          <p:cNvSpPr/>
          <p:nvPr/>
        </p:nvSpPr>
        <p:spPr>
          <a:xfrm>
            <a:off x="0" y="-983"/>
            <a:ext cx="7842143" cy="804674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E713523-8E1D-F54C-A746-2F6387B545B1}"/>
              </a:ext>
            </a:extLst>
          </p:cNvPr>
          <p:cNvSpPr txBox="1"/>
          <p:nvPr/>
        </p:nvSpPr>
        <p:spPr>
          <a:xfrm>
            <a:off x="537881" y="168437"/>
            <a:ext cx="7164777" cy="46166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solidFill>
                  <a:schemeClr val="bg1"/>
                </a:solidFill>
                <a:ea typeface="微软雅黑" charset="0"/>
              </a:rPr>
              <a:t>达标练习                                </a:t>
            </a:r>
            <a:r>
              <a:rPr lang="zh-CN" altLang="en-US" sz="2400" b="1" dirty="0">
                <a:solidFill>
                  <a:schemeClr val="bg1"/>
                </a:solidFill>
                <a:ea typeface="微软雅黑" charset="0"/>
              </a:rPr>
              <a:t>绘图记古诗</a:t>
            </a:r>
            <a:endParaRPr lang="en-US" altLang="zh-CN" sz="2400" b="1" dirty="0">
              <a:solidFill>
                <a:schemeClr val="bg1"/>
              </a:solidFill>
              <a:ea typeface="微软雅黑" charset="0"/>
            </a:endParaRPr>
          </a:p>
        </p:txBody>
      </p:sp>
      <p:pic>
        <p:nvPicPr>
          <p:cNvPr id="5" name="图形 4" descr="星星">
            <a:extLst>
              <a:ext uri="{FF2B5EF4-FFF2-40B4-BE49-F238E27FC236}">
                <a16:creationId xmlns:a16="http://schemas.microsoft.com/office/drawing/2014/main" id="{C321F666-346C-6C42-8E42-D221DB6486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66951" y="81641"/>
            <a:ext cx="635254" cy="6352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C2920960-7CB3-2146-B423-2C806CA9F816}"/>
              </a:ext>
            </a:extLst>
          </p:cNvPr>
          <p:cNvSpPr txBox="1"/>
          <p:nvPr/>
        </p:nvSpPr>
        <p:spPr>
          <a:xfrm>
            <a:off x="338682" y="886315"/>
            <a:ext cx="7164777" cy="46166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dirty="0">
                <a:ea typeface="微软雅黑" charset="0"/>
              </a:rPr>
              <a:t>请用绘图记忆法画出下面古诗</a:t>
            </a:r>
            <a:endParaRPr lang="en-US" altLang="zh-CN" sz="2400" dirty="0">
              <a:ea typeface="微软雅黑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5D84D4-CD8C-4D41-A06D-206AA90E1C47}"/>
              </a:ext>
            </a:extLst>
          </p:cNvPr>
          <p:cNvSpPr/>
          <p:nvPr/>
        </p:nvSpPr>
        <p:spPr>
          <a:xfrm>
            <a:off x="3377352" y="1135368"/>
            <a:ext cx="5813143" cy="5480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1700"/>
              </a:spcBef>
              <a:spcAft>
                <a:spcPts val="1650"/>
              </a:spcAft>
            </a:pPr>
            <a:r>
              <a:rPr lang="zh-CN" altLang="zh-CN" sz="3600" b="1" kern="2200" dirty="0">
                <a:latin typeface="DengXian" panose="02010600030101010101" pitchFamily="2" charset="-122"/>
                <a:ea typeface="DengXian" panose="02010600030101010101" pitchFamily="2" charset="-122"/>
              </a:rPr>
              <a:t>清平乐·村居</a:t>
            </a:r>
          </a:p>
          <a:p>
            <a:pPr marR="266700" algn="ctr">
              <a:spcAft>
                <a:spcPts val="0"/>
              </a:spcAft>
            </a:pPr>
            <a:r>
              <a:rPr lang="en-US" altLang="zh-CN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                                                         x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q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ì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í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r">
              <a:spcAft>
                <a:spcPts val="0"/>
              </a:spcAft>
            </a:pP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辛弃疾（宋）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 m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á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y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á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d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xi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ǎ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à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q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q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c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ǎ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茅檐低小，溪上青青草。</a:t>
            </a:r>
            <a:endParaRPr lang="zh-CN" altLang="zh-CN" sz="2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altLang="zh-CN" sz="1600" kern="100" dirty="0" err="1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zu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ì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ǐ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ú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y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xi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à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m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è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ǎ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b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á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f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shu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í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ji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w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ē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ǎ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醉里吴音相媚好，白发谁家翁媪？</a:t>
            </a:r>
            <a:r>
              <a:rPr lang="en-US" altLang="zh-CN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         </a:t>
            </a:r>
            <a:r>
              <a:rPr lang="en-US" altLang="zh-CN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à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é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ch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ú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ò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 x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d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ō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ō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é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è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zh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j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l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ó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大儿锄豆溪东，中儿正织鸡笼。</a:t>
            </a:r>
            <a:endParaRPr lang="zh-CN" altLang="zh-CN" sz="2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Aft>
                <a:spcPts val="0"/>
              </a:spcAft>
            </a:pPr>
            <a:r>
              <a:rPr lang="zh-CN" altLang="en-US" sz="1600" kern="100" dirty="0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1600" kern="100" dirty="0" err="1">
                <a:latin typeface="微软雅黑" panose="020B0503020204020204" pitchFamily="34" charset="-122"/>
                <a:ea typeface="DengXian" panose="02010600030101010101" pitchFamily="2" charset="-122"/>
                <a:cs typeface="Times New Roman" panose="02020603050405020304" pitchFamily="18" charset="0"/>
              </a:rPr>
              <a:t>zu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ì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x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ǐ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xi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ǎ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é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r 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w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ú 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à</a:t>
            </a:r>
            <a:r>
              <a:rPr lang="en-US" altLang="zh-CN" sz="1600" kern="100" dirty="0" err="1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，</a:t>
            </a:r>
            <a:r>
              <a:rPr lang="zh-CN" altLang="en-US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x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ī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t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ó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u w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ò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 b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ā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o li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á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 p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é</a:t>
            </a:r>
            <a:r>
              <a:rPr lang="en-US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ng </a:t>
            </a:r>
            <a:r>
              <a:rPr lang="zh-CN" altLang="zh-CN" sz="16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zh-CN" sz="16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zh-CN" altLang="zh-CN" sz="2800" kern="100" dirty="0">
                <a:latin typeface="DengXian" panose="02010600030101010101" pitchFamily="2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最喜小儿无赖，溪头卧剥莲蓬。</a:t>
            </a:r>
            <a:endParaRPr lang="zh-CN" altLang="zh-CN" sz="2800" kern="100" dirty="0">
              <a:latin typeface="DengXian" panose="02010600030101010101" pitchFamily="2" charset="-122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709438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手动输入 3">
            <a:extLst>
              <a:ext uri="{FF2B5EF4-FFF2-40B4-BE49-F238E27FC236}">
                <a16:creationId xmlns:a16="http://schemas.microsoft.com/office/drawing/2014/main" id="{87DECA9A-E109-7E48-BFD6-D4DA9AAB55E7}"/>
              </a:ext>
            </a:extLst>
          </p:cNvPr>
          <p:cNvSpPr/>
          <p:nvPr/>
        </p:nvSpPr>
        <p:spPr>
          <a:xfrm rot="5400000">
            <a:off x="112831" y="-546374"/>
            <a:ext cx="6873498" cy="7935250"/>
          </a:xfrm>
          <a:prstGeom prst="flowChartManualInput">
            <a:avLst/>
          </a:prstGeom>
          <a:solidFill>
            <a:srgbClr val="9B47E6">
              <a:alpha val="82000"/>
            </a:srgbClr>
          </a:solidFill>
          <a:ln w="12700" cap="flat">
            <a:noFill/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DE07C4-7C0D-8D48-A884-7EF80375C434}"/>
              </a:ext>
            </a:extLst>
          </p:cNvPr>
          <p:cNvSpPr txBox="1"/>
          <p:nvPr/>
        </p:nvSpPr>
        <p:spPr>
          <a:xfrm>
            <a:off x="2169609" y="2462607"/>
            <a:ext cx="5868421" cy="13234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80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随机数字、</a:t>
            </a:r>
            <a:endParaRPr kumimoji="0" lang="zh-CN" altLang="en-US" sz="8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931522-CAFA-494C-9909-F3DBC9821118}"/>
              </a:ext>
            </a:extLst>
          </p:cNvPr>
          <p:cNvSpPr txBox="1"/>
          <p:nvPr/>
        </p:nvSpPr>
        <p:spPr>
          <a:xfrm>
            <a:off x="6840531" y="2462607"/>
            <a:ext cx="5060005" cy="1323437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8000" b="1" dirty="0">
                <a:solidFill>
                  <a:srgbClr val="9B47E6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词汇记忆</a:t>
            </a:r>
            <a:endParaRPr kumimoji="0" lang="zh-CN" altLang="en-US" sz="8000" b="1" i="0" u="none" strike="noStrike" cap="none" spc="0" normalizeH="0" baseline="0" dirty="0">
              <a:ln>
                <a:noFill/>
              </a:ln>
              <a:solidFill>
                <a:srgbClr val="9B47E6"/>
              </a:solidFill>
              <a:effectLst/>
              <a:uFillTx/>
              <a:latin typeface="Microsoft YaHei" panose="020B0503020204020204" pitchFamily="34" charset="-122"/>
              <a:ea typeface="Microsoft YaHei" panose="020B0503020204020204" pitchFamily="34" charset="-122"/>
              <a:sym typeface="Calibri" panose="020F0502020204030204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A6942F74-73E2-0F4E-A2F4-F69E20FB234A}"/>
              </a:ext>
            </a:extLst>
          </p:cNvPr>
          <p:cNvSpPr txBox="1"/>
          <p:nvPr/>
        </p:nvSpPr>
        <p:spPr>
          <a:xfrm>
            <a:off x="411264" y="356608"/>
            <a:ext cx="7977471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dirty="0">
                <a:ea typeface="微软雅黑" charset="0"/>
              </a:rPr>
              <a:t>进阶练习</a:t>
            </a:r>
            <a:endParaRPr lang="en-US" altLang="zh-CN" sz="3600" b="1" dirty="0">
              <a:ea typeface="微软雅黑" charset="0"/>
            </a:endParaRPr>
          </a:p>
        </p:txBody>
      </p:sp>
      <p:pic>
        <p:nvPicPr>
          <p:cNvPr id="142" name="图形 141" descr="星星">
            <a:extLst>
              <a:ext uri="{FF2B5EF4-FFF2-40B4-BE49-F238E27FC236}">
                <a16:creationId xmlns:a16="http://schemas.microsoft.com/office/drawing/2014/main" id="{7108C796-0A50-4443-8194-C0A80C806E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77835" y="356607"/>
            <a:ext cx="661603" cy="661603"/>
          </a:xfrm>
          <a:prstGeom prst="rect">
            <a:avLst/>
          </a:prstGeom>
        </p:spPr>
      </p:pic>
      <p:pic>
        <p:nvPicPr>
          <p:cNvPr id="143" name="图形 142" descr="星星">
            <a:extLst>
              <a:ext uri="{FF2B5EF4-FFF2-40B4-BE49-F238E27FC236}">
                <a16:creationId xmlns:a16="http://schemas.microsoft.com/office/drawing/2014/main" id="{9B1DC2E3-CD32-FA40-94F7-FEFC2373D1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54755" y="312780"/>
            <a:ext cx="713992" cy="713992"/>
          </a:xfrm>
          <a:prstGeom prst="rect">
            <a:avLst/>
          </a:prstGeom>
        </p:spPr>
      </p:pic>
      <p:sp>
        <p:nvSpPr>
          <p:cNvPr id="121" name="Shape 121"/>
          <p:cNvSpPr/>
          <p:nvPr/>
        </p:nvSpPr>
        <p:spPr>
          <a:xfrm>
            <a:off x="2526105" y="4213465"/>
            <a:ext cx="7935251" cy="369332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altLang="zh-CN" sz="1800" dirty="0"/>
              <a:t>5</a:t>
            </a:r>
            <a:r>
              <a:rPr lang="zh-CN" altLang="en-US" sz="1800" dirty="0"/>
              <a:t>分钟记忆以下随机数字或词汇，     </a:t>
            </a:r>
            <a:r>
              <a:rPr lang="zh-CN" altLang="en-US" sz="1800" dirty="0">
                <a:solidFill>
                  <a:srgbClr val="9B47E6"/>
                </a:solidFill>
              </a:rPr>
              <a:t>请记录每项练习准确率</a:t>
            </a:r>
            <a:endParaRPr sz="1800" dirty="0">
              <a:solidFill>
                <a:srgbClr val="9B47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7426247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矩形 150">
            <a:extLst>
              <a:ext uri="{FF2B5EF4-FFF2-40B4-BE49-F238E27FC236}">
                <a16:creationId xmlns:a16="http://schemas.microsoft.com/office/drawing/2014/main" id="{C9859ACD-2602-4676-9F15-C7E030F23687}"/>
              </a:ext>
            </a:extLst>
          </p:cNvPr>
          <p:cNvSpPr/>
          <p:nvPr/>
        </p:nvSpPr>
        <p:spPr>
          <a:xfrm>
            <a:off x="-1" y="281940"/>
            <a:ext cx="338480" cy="9233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13FECD93-3E7E-694D-A005-80F47948B95D}"/>
              </a:ext>
            </a:extLst>
          </p:cNvPr>
          <p:cNvSpPr txBox="1"/>
          <p:nvPr/>
        </p:nvSpPr>
        <p:spPr>
          <a:xfrm>
            <a:off x="605312" y="304654"/>
            <a:ext cx="7977471" cy="58477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ea typeface="微软雅黑" charset="0"/>
              </a:rPr>
              <a:t>进阶练习                              </a:t>
            </a:r>
            <a:r>
              <a:rPr lang="zh-CN" altLang="en-US" sz="3200" b="1" dirty="0">
                <a:ea typeface="微软雅黑" charset="0"/>
              </a:rPr>
              <a:t>随机数字记忆</a:t>
            </a:r>
            <a:endParaRPr lang="en-US" altLang="zh-CN" sz="3200" b="1" dirty="0">
              <a:ea typeface="微软雅黑" charset="0"/>
            </a:endParaRPr>
          </a:p>
        </p:txBody>
      </p:sp>
      <p:pic>
        <p:nvPicPr>
          <p:cNvPr id="86" name="图形 85" descr="星星">
            <a:extLst>
              <a:ext uri="{FF2B5EF4-FFF2-40B4-BE49-F238E27FC236}">
                <a16:creationId xmlns:a16="http://schemas.microsoft.com/office/drawing/2014/main" id="{0696DE9D-E24D-7B4A-AE97-35CC1F06D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19481" y="191686"/>
            <a:ext cx="729947" cy="729947"/>
          </a:xfrm>
          <a:prstGeom prst="rect">
            <a:avLst/>
          </a:prstGeom>
        </p:spPr>
      </p:pic>
      <p:pic>
        <p:nvPicPr>
          <p:cNvPr id="89" name="图形 88" descr="星星">
            <a:extLst>
              <a:ext uri="{FF2B5EF4-FFF2-40B4-BE49-F238E27FC236}">
                <a16:creationId xmlns:a16="http://schemas.microsoft.com/office/drawing/2014/main" id="{B5D0722F-947C-1644-AA38-0701F843B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47053" y="193410"/>
            <a:ext cx="729947" cy="729947"/>
          </a:xfrm>
          <a:prstGeom prst="rect">
            <a:avLst/>
          </a:prstGeom>
        </p:spPr>
      </p:pic>
      <p:graphicFrame>
        <p:nvGraphicFramePr>
          <p:cNvPr id="90" name="Object 3">
            <a:extLst>
              <a:ext uri="{FF2B5EF4-FFF2-40B4-BE49-F238E27FC236}">
                <a16:creationId xmlns:a16="http://schemas.microsoft.com/office/drawing/2014/main" id="{D43ABAC6-A16F-DC4B-B1B3-A97281DBFB3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55989921"/>
              </p:ext>
            </p:extLst>
          </p:nvPr>
        </p:nvGraphicFramePr>
        <p:xfrm>
          <a:off x="3181350" y="1087902"/>
          <a:ext cx="5858192" cy="56891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5" imgW="1435100" imgH="901700" progId="Excel.Sheet.12">
                  <p:embed/>
                </p:oleObj>
              </mc:Choice>
              <mc:Fallback>
                <p:oleObj name="工作表" r:id="rId5" imgW="1435100" imgH="901700" progId="Excel.Sheet.12">
                  <p:embed/>
                  <p:pic>
                    <p:nvPicPr>
                      <p:cNvPr id="4198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1350" y="1087902"/>
                        <a:ext cx="5858192" cy="56891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=""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组合 1">
            <a:extLst>
              <a:ext uri="{FF2B5EF4-FFF2-40B4-BE49-F238E27FC236}">
                <a16:creationId xmlns:a16="http://schemas.microsoft.com/office/drawing/2014/main" id="{AC5C8BCE-7C5D-7A42-ADFE-4584CC0E2A30}"/>
              </a:ext>
            </a:extLst>
          </p:cNvPr>
          <p:cNvGrpSpPr/>
          <p:nvPr/>
        </p:nvGrpSpPr>
        <p:grpSpPr>
          <a:xfrm>
            <a:off x="9349129" y="52265"/>
            <a:ext cx="2842871" cy="1153003"/>
            <a:chOff x="9225522" y="5624048"/>
            <a:chExt cx="2842871" cy="1153003"/>
          </a:xfrm>
        </p:grpSpPr>
        <p:grpSp>
          <p:nvGrpSpPr>
            <p:cNvPr id="7" name="组合 154">
              <a:extLst>
                <a:ext uri="{FF2B5EF4-FFF2-40B4-BE49-F238E27FC236}">
                  <a16:creationId xmlns:a16="http://schemas.microsoft.com/office/drawing/2014/main" id="{11BC2BF9-3BD4-0746-85B4-9ECB740AB1CF}"/>
                </a:ext>
              </a:extLst>
            </p:cNvPr>
            <p:cNvGrpSpPr/>
            <p:nvPr/>
          </p:nvGrpSpPr>
          <p:grpSpPr>
            <a:xfrm>
              <a:off x="9225522" y="5699394"/>
              <a:ext cx="2842871" cy="1077657"/>
              <a:chOff x="2156692" y="1940704"/>
              <a:chExt cx="7878617" cy="4295712"/>
            </a:xfrm>
          </p:grpSpPr>
          <p:grpSp>
            <p:nvGrpSpPr>
              <p:cNvPr id="8" name="组合 155">
                <a:extLst>
                  <a:ext uri="{FF2B5EF4-FFF2-40B4-BE49-F238E27FC236}">
                    <a16:creationId xmlns:a16="http://schemas.microsoft.com/office/drawing/2014/main" id="{EBDB075C-A88F-8543-84CE-E59063BE87B3}"/>
                  </a:ext>
                </a:extLst>
              </p:cNvPr>
              <p:cNvGrpSpPr/>
              <p:nvPr/>
            </p:nvGrpSpPr>
            <p:grpSpPr>
              <a:xfrm>
                <a:off x="2156692" y="3240109"/>
                <a:ext cx="7878617" cy="2996307"/>
                <a:chOff x="2037346" y="2277980"/>
                <a:chExt cx="8117307" cy="3625534"/>
              </a:xfrm>
            </p:grpSpPr>
            <p:pic>
              <p:nvPicPr>
                <p:cNvPr id="64" name="图片 63">
                  <a:extLst>
                    <a:ext uri="{FF2B5EF4-FFF2-40B4-BE49-F238E27FC236}">
                      <a16:creationId xmlns:a16="http://schemas.microsoft.com/office/drawing/2014/main" id="{5E0AF4BE-61A3-674A-ADC4-5DF486198A7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flipH="1">
                  <a:off x="2037346" y="2277980"/>
                  <a:ext cx="4074695" cy="3625533"/>
                </a:xfrm>
                <a:prstGeom prst="rect">
                  <a:avLst/>
                </a:prstGeom>
              </p:spPr>
            </p:pic>
            <p:pic>
              <p:nvPicPr>
                <p:cNvPr id="65" name="图片 64">
                  <a:extLst>
                    <a:ext uri="{FF2B5EF4-FFF2-40B4-BE49-F238E27FC236}">
                      <a16:creationId xmlns:a16="http://schemas.microsoft.com/office/drawing/2014/main" id="{3632F22C-9BE1-DA4B-BB62-F98197D7AFF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79958" y="2277980"/>
                  <a:ext cx="4074695" cy="3625534"/>
                </a:xfrm>
                <a:prstGeom prst="rect">
                  <a:avLst/>
                </a:prstGeom>
              </p:spPr>
            </p:pic>
          </p:grpSp>
          <p:sp>
            <p:nvSpPr>
              <p:cNvPr id="9" name="矩形 8">
                <a:extLst>
                  <a:ext uri="{FF2B5EF4-FFF2-40B4-BE49-F238E27FC236}">
                    <a16:creationId xmlns:a16="http://schemas.microsoft.com/office/drawing/2014/main" id="{EDCD2EEA-79A6-C34B-929A-73E13177B008}"/>
                  </a:ext>
                </a:extLst>
              </p:cNvPr>
              <p:cNvSpPr/>
              <p:nvPr/>
            </p:nvSpPr>
            <p:spPr>
              <a:xfrm>
                <a:off x="2221938" y="1940704"/>
                <a:ext cx="7748125" cy="3888535"/>
              </a:xfrm>
              <a:prstGeom prst="rect">
                <a:avLst/>
              </a:prstGeom>
              <a:solidFill>
                <a:srgbClr val="282E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0" name="矩形: 圆角 157">
                <a:extLst>
                  <a:ext uri="{FF2B5EF4-FFF2-40B4-BE49-F238E27FC236}">
                    <a16:creationId xmlns:a16="http://schemas.microsoft.com/office/drawing/2014/main" id="{77BE6767-5BC8-7541-ABA5-BBC02CF0816D}"/>
                  </a:ext>
                </a:extLst>
              </p:cNvPr>
              <p:cNvSpPr/>
              <p:nvPr/>
            </p:nvSpPr>
            <p:spPr>
              <a:xfrm>
                <a:off x="3139736" y="2851610"/>
                <a:ext cx="5912528" cy="1857198"/>
              </a:xfrm>
              <a:prstGeom prst="roundRect">
                <a:avLst>
                  <a:gd name="adj" fmla="val 6039"/>
                </a:avLst>
              </a:prstGeom>
              <a:solidFill>
                <a:srgbClr val="1015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1" name="组合 158">
                <a:extLst>
                  <a:ext uri="{FF2B5EF4-FFF2-40B4-BE49-F238E27FC236}">
                    <a16:creationId xmlns:a16="http://schemas.microsoft.com/office/drawing/2014/main" id="{EA73EF9F-92EA-FE45-B499-B07E3C8C45AE}"/>
                  </a:ext>
                </a:extLst>
              </p:cNvPr>
              <p:cNvGrpSpPr/>
              <p:nvPr/>
            </p:nvGrpSpPr>
            <p:grpSpPr>
              <a:xfrm>
                <a:off x="371415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7" name="Freeform 4941">
                  <a:extLst>
                    <a:ext uri="{FF2B5EF4-FFF2-40B4-BE49-F238E27FC236}">
                      <a16:creationId xmlns:a16="http://schemas.microsoft.com/office/drawing/2014/main" id="{DE56DAB6-2727-DC40-8D88-E60D5F02A6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Freeform 4943">
                  <a:extLst>
                    <a:ext uri="{FF2B5EF4-FFF2-40B4-BE49-F238E27FC236}">
                      <a16:creationId xmlns:a16="http://schemas.microsoft.com/office/drawing/2014/main" id="{88E7AF5F-9809-A047-8756-94CC2DC21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Freeform 4942">
                  <a:extLst>
                    <a:ext uri="{FF2B5EF4-FFF2-40B4-BE49-F238E27FC236}">
                      <a16:creationId xmlns:a16="http://schemas.microsoft.com/office/drawing/2014/main" id="{92C3A15E-A9EA-834F-945E-40D84ABB4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" name="Freeform 4944">
                  <a:extLst>
                    <a:ext uri="{FF2B5EF4-FFF2-40B4-BE49-F238E27FC236}">
                      <a16:creationId xmlns:a16="http://schemas.microsoft.com/office/drawing/2014/main" id="{D5B67ABB-B811-9543-9FEC-EB33D8D61A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Freeform 4946">
                  <a:extLst>
                    <a:ext uri="{FF2B5EF4-FFF2-40B4-BE49-F238E27FC236}">
                      <a16:creationId xmlns:a16="http://schemas.microsoft.com/office/drawing/2014/main" id="{D146469E-B462-6845-97E7-C464A677C3A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Freeform 4942">
                  <a:extLst>
                    <a:ext uri="{FF2B5EF4-FFF2-40B4-BE49-F238E27FC236}">
                      <a16:creationId xmlns:a16="http://schemas.microsoft.com/office/drawing/2014/main" id="{BF6B83EA-FAF7-794E-8BB6-A16F8D5D04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Freeform 4944">
                  <a:extLst>
                    <a:ext uri="{FF2B5EF4-FFF2-40B4-BE49-F238E27FC236}">
                      <a16:creationId xmlns:a16="http://schemas.microsoft.com/office/drawing/2014/main" id="{8CEEF3C9-C0B6-7549-99C4-03B8F9BDB5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2" name="组合 159">
                <a:extLst>
                  <a:ext uri="{FF2B5EF4-FFF2-40B4-BE49-F238E27FC236}">
                    <a16:creationId xmlns:a16="http://schemas.microsoft.com/office/drawing/2014/main" id="{A8AE4EB3-CE92-7C4D-9D9B-B15D6418AD50}"/>
                  </a:ext>
                </a:extLst>
              </p:cNvPr>
              <p:cNvGrpSpPr/>
              <p:nvPr/>
            </p:nvGrpSpPr>
            <p:grpSpPr>
              <a:xfrm>
                <a:off x="4435053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0" name="Freeform 4941">
                  <a:extLst>
                    <a:ext uri="{FF2B5EF4-FFF2-40B4-BE49-F238E27FC236}">
                      <a16:creationId xmlns:a16="http://schemas.microsoft.com/office/drawing/2014/main" id="{491E3683-7B29-BA44-A51C-AE65DE0AAE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Freeform 4943">
                  <a:extLst>
                    <a:ext uri="{FF2B5EF4-FFF2-40B4-BE49-F238E27FC236}">
                      <a16:creationId xmlns:a16="http://schemas.microsoft.com/office/drawing/2014/main" id="{8D9426AB-7BD6-5E4E-97F1-AC3D962C72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Freeform 4942">
                  <a:extLst>
                    <a:ext uri="{FF2B5EF4-FFF2-40B4-BE49-F238E27FC236}">
                      <a16:creationId xmlns:a16="http://schemas.microsoft.com/office/drawing/2014/main" id="{9D0B8F45-CFEA-7844-8807-683AA531809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Freeform 4944">
                  <a:extLst>
                    <a:ext uri="{FF2B5EF4-FFF2-40B4-BE49-F238E27FC236}">
                      <a16:creationId xmlns:a16="http://schemas.microsoft.com/office/drawing/2014/main" id="{43A65448-96BD-C441-A9E3-F6A68337F6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Freeform 4946">
                  <a:extLst>
                    <a:ext uri="{FF2B5EF4-FFF2-40B4-BE49-F238E27FC236}">
                      <a16:creationId xmlns:a16="http://schemas.microsoft.com/office/drawing/2014/main" id="{F5332671-82F1-4B4F-957D-F9427B2888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Freeform 4942">
                  <a:extLst>
                    <a:ext uri="{FF2B5EF4-FFF2-40B4-BE49-F238E27FC236}">
                      <a16:creationId xmlns:a16="http://schemas.microsoft.com/office/drawing/2014/main" id="{457E182B-21F9-434A-97F7-20FB79A0500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Freeform 4944">
                  <a:extLst>
                    <a:ext uri="{FF2B5EF4-FFF2-40B4-BE49-F238E27FC236}">
                      <a16:creationId xmlns:a16="http://schemas.microsoft.com/office/drawing/2014/main" id="{6E0AB52F-55C8-BC40-8619-2C7F934618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3" name="组合 160">
                <a:extLst>
                  <a:ext uri="{FF2B5EF4-FFF2-40B4-BE49-F238E27FC236}">
                    <a16:creationId xmlns:a16="http://schemas.microsoft.com/office/drawing/2014/main" id="{E0F1200F-182B-E548-A6C0-714FAD63B28F}"/>
                  </a:ext>
                </a:extLst>
              </p:cNvPr>
              <p:cNvGrpSpPr/>
              <p:nvPr/>
            </p:nvGrpSpPr>
            <p:grpSpPr>
              <a:xfrm>
                <a:off x="5487697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43" name="Freeform 4941">
                  <a:extLst>
                    <a:ext uri="{FF2B5EF4-FFF2-40B4-BE49-F238E27FC236}">
                      <a16:creationId xmlns:a16="http://schemas.microsoft.com/office/drawing/2014/main" id="{5E0FD0B4-3507-BD4B-B758-553BAC96E7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Freeform 4943">
                  <a:extLst>
                    <a:ext uri="{FF2B5EF4-FFF2-40B4-BE49-F238E27FC236}">
                      <a16:creationId xmlns:a16="http://schemas.microsoft.com/office/drawing/2014/main" id="{9B87A5A2-BB35-7F42-9648-0ABB8E31A2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Freeform 4942">
                  <a:extLst>
                    <a:ext uri="{FF2B5EF4-FFF2-40B4-BE49-F238E27FC236}">
                      <a16:creationId xmlns:a16="http://schemas.microsoft.com/office/drawing/2014/main" id="{A61A518F-FF15-C840-ABA7-4419A646785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Freeform 4944">
                  <a:extLst>
                    <a:ext uri="{FF2B5EF4-FFF2-40B4-BE49-F238E27FC236}">
                      <a16:creationId xmlns:a16="http://schemas.microsoft.com/office/drawing/2014/main" id="{2C6FDA5D-FC97-EF41-B401-1BEFF2DC3D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4946">
                  <a:extLst>
                    <a:ext uri="{FF2B5EF4-FFF2-40B4-BE49-F238E27FC236}">
                      <a16:creationId xmlns:a16="http://schemas.microsoft.com/office/drawing/2014/main" id="{03F38B73-2A16-444B-92B1-37D825FB5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4942">
                  <a:extLst>
                    <a:ext uri="{FF2B5EF4-FFF2-40B4-BE49-F238E27FC236}">
                      <a16:creationId xmlns:a16="http://schemas.microsoft.com/office/drawing/2014/main" id="{86BD9238-2068-5142-B0C4-528DB5604D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Freeform 4944">
                  <a:extLst>
                    <a:ext uri="{FF2B5EF4-FFF2-40B4-BE49-F238E27FC236}">
                      <a16:creationId xmlns:a16="http://schemas.microsoft.com/office/drawing/2014/main" id="{26389805-EF54-2740-A1E2-2B9E0739B13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4" name="组合 161">
                <a:extLst>
                  <a:ext uri="{FF2B5EF4-FFF2-40B4-BE49-F238E27FC236}">
                    <a16:creationId xmlns:a16="http://schemas.microsoft.com/office/drawing/2014/main" id="{ACFB3322-52CC-7A4B-9E67-000D348819E6}"/>
                  </a:ext>
                </a:extLst>
              </p:cNvPr>
              <p:cNvGrpSpPr/>
              <p:nvPr/>
            </p:nvGrpSpPr>
            <p:grpSpPr>
              <a:xfrm>
                <a:off x="620860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36" name="Freeform 4941">
                  <a:extLst>
                    <a:ext uri="{FF2B5EF4-FFF2-40B4-BE49-F238E27FC236}">
                      <a16:creationId xmlns:a16="http://schemas.microsoft.com/office/drawing/2014/main" id="{33A2549E-C389-E54A-975E-8C94A21182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Freeform 4943">
                  <a:extLst>
                    <a:ext uri="{FF2B5EF4-FFF2-40B4-BE49-F238E27FC236}">
                      <a16:creationId xmlns:a16="http://schemas.microsoft.com/office/drawing/2014/main" id="{69168F0D-88F4-E049-9B15-37ACD61426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Freeform 4942">
                  <a:extLst>
                    <a:ext uri="{FF2B5EF4-FFF2-40B4-BE49-F238E27FC236}">
                      <a16:creationId xmlns:a16="http://schemas.microsoft.com/office/drawing/2014/main" id="{4A547455-3503-934A-851E-16EA8A8236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Freeform 4944">
                  <a:extLst>
                    <a:ext uri="{FF2B5EF4-FFF2-40B4-BE49-F238E27FC236}">
                      <a16:creationId xmlns:a16="http://schemas.microsoft.com/office/drawing/2014/main" id="{5729D7DF-6A5B-EF4D-AAC3-1EF91280CAC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4946">
                  <a:extLst>
                    <a:ext uri="{FF2B5EF4-FFF2-40B4-BE49-F238E27FC236}">
                      <a16:creationId xmlns:a16="http://schemas.microsoft.com/office/drawing/2014/main" id="{13EAA763-CD38-DB47-87CE-70E34F1CFC4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Freeform 4942">
                  <a:extLst>
                    <a:ext uri="{FF2B5EF4-FFF2-40B4-BE49-F238E27FC236}">
                      <a16:creationId xmlns:a16="http://schemas.microsoft.com/office/drawing/2014/main" id="{67E0D61F-61D0-4143-A213-B9CADE6CAE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Freeform 4944">
                  <a:extLst>
                    <a:ext uri="{FF2B5EF4-FFF2-40B4-BE49-F238E27FC236}">
                      <a16:creationId xmlns:a16="http://schemas.microsoft.com/office/drawing/2014/main" id="{278E2AAF-4BC6-9B47-840A-BC591C79ADE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5" name="组合 162">
                <a:extLst>
                  <a:ext uri="{FF2B5EF4-FFF2-40B4-BE49-F238E27FC236}">
                    <a16:creationId xmlns:a16="http://schemas.microsoft.com/office/drawing/2014/main" id="{95630A04-F9BC-9143-83DC-94E6BC9920BE}"/>
                  </a:ext>
                </a:extLst>
              </p:cNvPr>
              <p:cNvGrpSpPr/>
              <p:nvPr/>
            </p:nvGrpSpPr>
            <p:grpSpPr>
              <a:xfrm>
                <a:off x="7222352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29" name="Freeform 4941">
                  <a:extLst>
                    <a:ext uri="{FF2B5EF4-FFF2-40B4-BE49-F238E27FC236}">
                      <a16:creationId xmlns:a16="http://schemas.microsoft.com/office/drawing/2014/main" id="{A3B6226B-4645-594A-95B8-71C3A354A6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Freeform 4943">
                  <a:extLst>
                    <a:ext uri="{FF2B5EF4-FFF2-40B4-BE49-F238E27FC236}">
                      <a16:creationId xmlns:a16="http://schemas.microsoft.com/office/drawing/2014/main" id="{CF85DE3F-A2C8-2C4E-A9A3-79E395C5AD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Freeform 4942">
                  <a:extLst>
                    <a:ext uri="{FF2B5EF4-FFF2-40B4-BE49-F238E27FC236}">
                      <a16:creationId xmlns:a16="http://schemas.microsoft.com/office/drawing/2014/main" id="{07AA80C7-66F8-7C49-A97F-89BD8B3421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Freeform 4944">
                  <a:extLst>
                    <a:ext uri="{FF2B5EF4-FFF2-40B4-BE49-F238E27FC236}">
                      <a16:creationId xmlns:a16="http://schemas.microsoft.com/office/drawing/2014/main" id="{C4152244-732E-C241-A9C8-2128DC50DD3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Freeform 4946">
                  <a:extLst>
                    <a:ext uri="{FF2B5EF4-FFF2-40B4-BE49-F238E27FC236}">
                      <a16:creationId xmlns:a16="http://schemas.microsoft.com/office/drawing/2014/main" id="{5134C6F3-DAE9-4842-96E0-9E6B93A6BC0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Freeform 4942">
                  <a:extLst>
                    <a:ext uri="{FF2B5EF4-FFF2-40B4-BE49-F238E27FC236}">
                      <a16:creationId xmlns:a16="http://schemas.microsoft.com/office/drawing/2014/main" id="{5D33F26B-731F-6944-80C8-CA92489756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Freeform 4944">
                  <a:extLst>
                    <a:ext uri="{FF2B5EF4-FFF2-40B4-BE49-F238E27FC236}">
                      <a16:creationId xmlns:a16="http://schemas.microsoft.com/office/drawing/2014/main" id="{F20AA3F3-1182-A340-893C-F9238EBE4A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6" name="组合 163">
                <a:extLst>
                  <a:ext uri="{FF2B5EF4-FFF2-40B4-BE49-F238E27FC236}">
                    <a16:creationId xmlns:a16="http://schemas.microsoft.com/office/drawing/2014/main" id="{C6E74A25-2C6F-294B-A22C-15CB7515C7C0}"/>
                  </a:ext>
                </a:extLst>
              </p:cNvPr>
              <p:cNvGrpSpPr/>
              <p:nvPr/>
            </p:nvGrpSpPr>
            <p:grpSpPr>
              <a:xfrm>
                <a:off x="7943255" y="3392131"/>
                <a:ext cx="527904" cy="870752"/>
                <a:chOff x="797375" y="647186"/>
                <a:chExt cx="860423" cy="1419226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22" name="Freeform 4941">
                  <a:extLst>
                    <a:ext uri="{FF2B5EF4-FFF2-40B4-BE49-F238E27FC236}">
                      <a16:creationId xmlns:a16="http://schemas.microsoft.com/office/drawing/2014/main" id="{4F11551F-FE3A-C448-B750-E015DF73E7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3" name="Freeform 4943">
                  <a:extLst>
                    <a:ext uri="{FF2B5EF4-FFF2-40B4-BE49-F238E27FC236}">
                      <a16:creationId xmlns:a16="http://schemas.microsoft.com/office/drawing/2014/main" id="{6B73A052-76C4-E940-80BD-B8B930CBCFD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4" name="Freeform 4942">
                  <a:extLst>
                    <a:ext uri="{FF2B5EF4-FFF2-40B4-BE49-F238E27FC236}">
                      <a16:creationId xmlns:a16="http://schemas.microsoft.com/office/drawing/2014/main" id="{F6F9401D-9B2B-2448-9BA6-2D926A91BE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5" name="Freeform 4944">
                  <a:extLst>
                    <a:ext uri="{FF2B5EF4-FFF2-40B4-BE49-F238E27FC236}">
                      <a16:creationId xmlns:a16="http://schemas.microsoft.com/office/drawing/2014/main" id="{1FF468F8-1189-0D41-A2CF-79B7C5B4BDD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6" name="Freeform 4946">
                  <a:extLst>
                    <a:ext uri="{FF2B5EF4-FFF2-40B4-BE49-F238E27FC236}">
                      <a16:creationId xmlns:a16="http://schemas.microsoft.com/office/drawing/2014/main" id="{F76490B7-D41F-014B-B79B-5965B1444EA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7" name="Freeform 4942">
                  <a:extLst>
                    <a:ext uri="{FF2B5EF4-FFF2-40B4-BE49-F238E27FC236}">
                      <a16:creationId xmlns:a16="http://schemas.microsoft.com/office/drawing/2014/main" id="{5CC2AB4E-309F-2149-A8D9-62F4C0A5AE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8" name="Freeform 4944">
                  <a:extLst>
                    <a:ext uri="{FF2B5EF4-FFF2-40B4-BE49-F238E27FC236}">
                      <a16:creationId xmlns:a16="http://schemas.microsoft.com/office/drawing/2014/main" id="{6A4AA325-18A7-B04B-B7FB-DEA017FA43A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54B6BA16-7F54-2849-AF5B-FA55AFE67494}"/>
                  </a:ext>
                </a:extLst>
              </p:cNvPr>
              <p:cNvSpPr txBox="1"/>
              <p:nvPr/>
            </p:nvSpPr>
            <p:spPr>
              <a:xfrm>
                <a:off x="3607463" y="4364236"/>
                <a:ext cx="1092516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HRS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19063DA6-AA85-CB49-AF90-43EB1B41F13B}"/>
                  </a:ext>
                </a:extLst>
              </p:cNvPr>
              <p:cNvSpPr txBox="1"/>
              <p:nvPr/>
            </p:nvSpPr>
            <p:spPr>
              <a:xfrm>
                <a:off x="5627644" y="4434298"/>
                <a:ext cx="1072343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MINS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19" name="文本框 18">
                <a:extLst>
                  <a:ext uri="{FF2B5EF4-FFF2-40B4-BE49-F238E27FC236}">
                    <a16:creationId xmlns:a16="http://schemas.microsoft.com/office/drawing/2014/main" id="{BC57BD14-FE60-5444-94C3-741CB363675F}"/>
                  </a:ext>
                </a:extLst>
              </p:cNvPr>
              <p:cNvSpPr txBox="1"/>
              <p:nvPr/>
            </p:nvSpPr>
            <p:spPr>
              <a:xfrm>
                <a:off x="7551229" y="4364232"/>
                <a:ext cx="1072488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SECS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id="{59153FE7-1D44-5241-8F30-60724A1196C8}"/>
                  </a:ext>
                </a:extLst>
              </p:cNvPr>
              <p:cNvSpPr txBox="1"/>
              <p:nvPr/>
            </p:nvSpPr>
            <p:spPr>
              <a:xfrm>
                <a:off x="4998128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B17BE672-BEED-A242-8AB6-487BFBA63A63}"/>
                  </a:ext>
                </a:extLst>
              </p:cNvPr>
              <p:cNvSpPr txBox="1"/>
              <p:nvPr/>
            </p:nvSpPr>
            <p:spPr>
              <a:xfrm>
                <a:off x="6723356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66" name="文本框 65">
              <a:extLst>
                <a:ext uri="{FF2B5EF4-FFF2-40B4-BE49-F238E27FC236}">
                  <a16:creationId xmlns:a16="http://schemas.microsoft.com/office/drawing/2014/main" id="{8ED8954B-A714-8649-B4C9-5F006046EF23}"/>
                </a:ext>
              </a:extLst>
            </p:cNvPr>
            <p:cNvSpPr txBox="1"/>
            <p:nvPr/>
          </p:nvSpPr>
          <p:spPr>
            <a:xfrm>
              <a:off x="9983975" y="5624048"/>
              <a:ext cx="1903145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6CF2E2"/>
                  </a:solidFill>
                </a:rPr>
                <a:t>5</a:t>
              </a:r>
              <a:r>
                <a:rPr lang="zh-CN" altLang="en-US" sz="1600" dirty="0">
                  <a:solidFill>
                    <a:srgbClr val="6CF2E2"/>
                  </a:solidFill>
                </a:rPr>
                <a:t>分钟限</a:t>
              </a:r>
              <a:r>
                <a:rPr kumimoji="0" lang="zh-CN" altLang="en-US" sz="1600" b="0" i="0" u="none" strike="noStrike" cap="none" spc="0" normalizeH="0" baseline="0" dirty="0">
                  <a:ln>
                    <a:noFill/>
                  </a:ln>
                  <a:solidFill>
                    <a:srgbClr val="6CF2E2"/>
                  </a:solidFill>
                  <a:effectLst/>
                  <a:uFillTx/>
                  <a:latin typeface="+mn-lt"/>
                  <a:ea typeface="+mn-ea"/>
                  <a:cs typeface="+mn-cs"/>
                  <a:sym typeface="Calibri" panose="020F0502020204030204"/>
                </a:rPr>
                <a:t>时记忆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4508577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2520314" y="2976245"/>
            <a:ext cx="6779895" cy="878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记忆九段商务PPT专用模板</a:t>
            </a:r>
          </a:p>
        </p:txBody>
      </p:sp>
      <p:sp>
        <p:nvSpPr>
          <p:cNvPr id="122" name="Shape 122"/>
          <p:cNvSpPr/>
          <p:nvPr/>
        </p:nvSpPr>
        <p:spPr>
          <a:xfrm>
            <a:off x="3247707" y="3839209"/>
            <a:ext cx="5325112" cy="65280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3600"/>
            </a:pPr>
            <a:r>
              <a:t> </a:t>
            </a:r>
            <a:r>
              <a:rPr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2017年度报告</a:t>
            </a:r>
          </a:p>
        </p:txBody>
      </p:sp>
      <p:sp>
        <p:nvSpPr>
          <p:cNvPr id="123" name="Shape 123"/>
          <p:cNvSpPr/>
          <p:nvPr/>
        </p:nvSpPr>
        <p:spPr>
          <a:xfrm>
            <a:off x="4234815" y="4740275"/>
            <a:ext cx="3723006" cy="4470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报告人：李先生</a:t>
            </a:r>
          </a:p>
        </p:txBody>
      </p:sp>
      <p:pic>
        <p:nvPicPr>
          <p:cNvPr id="124" name="image2.png" descr="tubiao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3604" y="4740275"/>
            <a:ext cx="464186" cy="4159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9859ACD-2602-4676-9F15-C7E030F23687}"/>
              </a:ext>
            </a:extLst>
          </p:cNvPr>
          <p:cNvSpPr/>
          <p:nvPr/>
        </p:nvSpPr>
        <p:spPr>
          <a:xfrm>
            <a:off x="-1" y="281940"/>
            <a:ext cx="338480" cy="9233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C9E85B9C-2C06-074A-B523-CECD1D4B9F3E}"/>
              </a:ext>
            </a:extLst>
          </p:cNvPr>
          <p:cNvSpPr txBox="1"/>
          <p:nvPr/>
        </p:nvSpPr>
        <p:spPr>
          <a:xfrm>
            <a:off x="766988" y="456659"/>
            <a:ext cx="7977471" cy="584773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200" dirty="0">
                <a:ea typeface="微软雅黑" charset="0"/>
              </a:rPr>
              <a:t>进阶练习                           </a:t>
            </a:r>
            <a:r>
              <a:rPr lang="zh-CN" altLang="en-US" sz="3200" b="1" dirty="0">
                <a:ea typeface="微软雅黑" charset="0"/>
              </a:rPr>
              <a:t>随机词语记忆</a:t>
            </a:r>
            <a:endParaRPr lang="en-US" altLang="zh-CN" sz="3200" b="1" dirty="0">
              <a:ea typeface="微软雅黑" charset="0"/>
            </a:endParaRPr>
          </a:p>
        </p:txBody>
      </p:sp>
      <p:pic>
        <p:nvPicPr>
          <p:cNvPr id="73" name="图形 72" descr="星星">
            <a:extLst>
              <a:ext uri="{FF2B5EF4-FFF2-40B4-BE49-F238E27FC236}">
                <a16:creationId xmlns:a16="http://schemas.microsoft.com/office/drawing/2014/main" id="{C800FB3A-F381-7247-A389-F5DFF9A314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62250" y="379701"/>
            <a:ext cx="729947" cy="729947"/>
          </a:xfrm>
          <a:prstGeom prst="rect">
            <a:avLst/>
          </a:prstGeom>
        </p:spPr>
      </p:pic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C76255AD-94EE-4842-94BB-2F9876915B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18852" y="379701"/>
            <a:ext cx="729948" cy="729948"/>
          </a:xfrm>
          <a:prstGeom prst="rect">
            <a:avLst/>
          </a:prstGeom>
        </p:spPr>
      </p:pic>
      <p:grpSp>
        <p:nvGrpSpPr>
          <p:cNvPr id="11" name="组合 10">
            <a:extLst>
              <a:ext uri="{FF2B5EF4-FFF2-40B4-BE49-F238E27FC236}">
                <a16:creationId xmlns:a16="http://schemas.microsoft.com/office/drawing/2014/main" id="{73D2454C-4D1A-BC44-B94E-6CF0B9272641}"/>
              </a:ext>
            </a:extLst>
          </p:cNvPr>
          <p:cNvGrpSpPr/>
          <p:nvPr/>
        </p:nvGrpSpPr>
        <p:grpSpPr>
          <a:xfrm>
            <a:off x="9277192" y="126364"/>
            <a:ext cx="2842871" cy="1153003"/>
            <a:chOff x="9225522" y="5624048"/>
            <a:chExt cx="2842871" cy="1153003"/>
          </a:xfrm>
        </p:grpSpPr>
        <p:grpSp>
          <p:nvGrpSpPr>
            <p:cNvPr id="12" name="组合 154">
              <a:extLst>
                <a:ext uri="{FF2B5EF4-FFF2-40B4-BE49-F238E27FC236}">
                  <a16:creationId xmlns:a16="http://schemas.microsoft.com/office/drawing/2014/main" id="{B44962B1-472D-DB4C-B059-6537C379D5EC}"/>
                </a:ext>
              </a:extLst>
            </p:cNvPr>
            <p:cNvGrpSpPr/>
            <p:nvPr/>
          </p:nvGrpSpPr>
          <p:grpSpPr>
            <a:xfrm>
              <a:off x="9225522" y="5699394"/>
              <a:ext cx="2842871" cy="1077657"/>
              <a:chOff x="2156692" y="1940704"/>
              <a:chExt cx="7878617" cy="4295712"/>
            </a:xfrm>
          </p:grpSpPr>
          <p:grpSp>
            <p:nvGrpSpPr>
              <p:cNvPr id="14" name="组合 155">
                <a:extLst>
                  <a:ext uri="{FF2B5EF4-FFF2-40B4-BE49-F238E27FC236}">
                    <a16:creationId xmlns:a16="http://schemas.microsoft.com/office/drawing/2014/main" id="{862A1513-10BA-5545-89EE-E30031BDFAA0}"/>
                  </a:ext>
                </a:extLst>
              </p:cNvPr>
              <p:cNvGrpSpPr/>
              <p:nvPr/>
            </p:nvGrpSpPr>
            <p:grpSpPr>
              <a:xfrm>
                <a:off x="2156692" y="3240109"/>
                <a:ext cx="7878617" cy="2996307"/>
                <a:chOff x="2037346" y="2277980"/>
                <a:chExt cx="8117307" cy="3625534"/>
              </a:xfrm>
            </p:grpSpPr>
            <p:pic>
              <p:nvPicPr>
                <p:cNvPr id="70" name="图片 69">
                  <a:extLst>
                    <a:ext uri="{FF2B5EF4-FFF2-40B4-BE49-F238E27FC236}">
                      <a16:creationId xmlns:a16="http://schemas.microsoft.com/office/drawing/2014/main" id="{959A08B7-727F-EA4D-A422-9ACF806A7B7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 flipH="1">
                  <a:off x="2037346" y="2277980"/>
                  <a:ext cx="4074695" cy="3625533"/>
                </a:xfrm>
                <a:prstGeom prst="rect">
                  <a:avLst/>
                </a:prstGeom>
              </p:spPr>
            </p:pic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9473043C-E181-2040-B08D-84EA4725FC3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079958" y="2277980"/>
                  <a:ext cx="4074695" cy="3625534"/>
                </a:xfrm>
                <a:prstGeom prst="rect">
                  <a:avLst/>
                </a:prstGeom>
              </p:spPr>
            </p:pic>
          </p:grpSp>
          <p:sp>
            <p:nvSpPr>
              <p:cNvPr id="15" name="矩形 14">
                <a:extLst>
                  <a:ext uri="{FF2B5EF4-FFF2-40B4-BE49-F238E27FC236}">
                    <a16:creationId xmlns:a16="http://schemas.microsoft.com/office/drawing/2014/main" id="{1852BE04-D18E-BF4F-A292-F77986C2D324}"/>
                  </a:ext>
                </a:extLst>
              </p:cNvPr>
              <p:cNvSpPr/>
              <p:nvPr/>
            </p:nvSpPr>
            <p:spPr>
              <a:xfrm>
                <a:off x="2221938" y="1940704"/>
                <a:ext cx="7748125" cy="3888535"/>
              </a:xfrm>
              <a:prstGeom prst="rect">
                <a:avLst/>
              </a:prstGeom>
              <a:solidFill>
                <a:srgbClr val="282E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6" name="矩形: 圆角 157">
                <a:extLst>
                  <a:ext uri="{FF2B5EF4-FFF2-40B4-BE49-F238E27FC236}">
                    <a16:creationId xmlns:a16="http://schemas.microsoft.com/office/drawing/2014/main" id="{6A0A72D4-371D-2B49-80CE-E0BEFECB135D}"/>
                  </a:ext>
                </a:extLst>
              </p:cNvPr>
              <p:cNvSpPr/>
              <p:nvPr/>
            </p:nvSpPr>
            <p:spPr>
              <a:xfrm>
                <a:off x="3139736" y="2851610"/>
                <a:ext cx="5912528" cy="1857198"/>
              </a:xfrm>
              <a:prstGeom prst="roundRect">
                <a:avLst>
                  <a:gd name="adj" fmla="val 6039"/>
                </a:avLst>
              </a:prstGeom>
              <a:solidFill>
                <a:srgbClr val="1015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7" name="组合 158">
                <a:extLst>
                  <a:ext uri="{FF2B5EF4-FFF2-40B4-BE49-F238E27FC236}">
                    <a16:creationId xmlns:a16="http://schemas.microsoft.com/office/drawing/2014/main" id="{5607F6F7-880F-F948-9EFE-839C0DCFBDF8}"/>
                  </a:ext>
                </a:extLst>
              </p:cNvPr>
              <p:cNvGrpSpPr/>
              <p:nvPr/>
            </p:nvGrpSpPr>
            <p:grpSpPr>
              <a:xfrm>
                <a:off x="371415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63" name="Freeform 4941">
                  <a:extLst>
                    <a:ext uri="{FF2B5EF4-FFF2-40B4-BE49-F238E27FC236}">
                      <a16:creationId xmlns:a16="http://schemas.microsoft.com/office/drawing/2014/main" id="{F79C958F-3980-E94C-B81A-F2ED010B929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Freeform 4943">
                  <a:extLst>
                    <a:ext uri="{FF2B5EF4-FFF2-40B4-BE49-F238E27FC236}">
                      <a16:creationId xmlns:a16="http://schemas.microsoft.com/office/drawing/2014/main" id="{57838301-D4CB-CE46-AE90-8B671CB0A7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Freeform 4942">
                  <a:extLst>
                    <a:ext uri="{FF2B5EF4-FFF2-40B4-BE49-F238E27FC236}">
                      <a16:creationId xmlns:a16="http://schemas.microsoft.com/office/drawing/2014/main" id="{E6038B53-41E5-784F-87FD-D05A949A8B4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6" name="Freeform 4944">
                  <a:extLst>
                    <a:ext uri="{FF2B5EF4-FFF2-40B4-BE49-F238E27FC236}">
                      <a16:creationId xmlns:a16="http://schemas.microsoft.com/office/drawing/2014/main" id="{8B135B6C-7112-2346-AAE6-DE5326C450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" name="Freeform 4946">
                  <a:extLst>
                    <a:ext uri="{FF2B5EF4-FFF2-40B4-BE49-F238E27FC236}">
                      <a16:creationId xmlns:a16="http://schemas.microsoft.com/office/drawing/2014/main" id="{A7C61DD1-30D9-2D4A-A1AC-FE18A4E67D0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Freeform 4942">
                  <a:extLst>
                    <a:ext uri="{FF2B5EF4-FFF2-40B4-BE49-F238E27FC236}">
                      <a16:creationId xmlns:a16="http://schemas.microsoft.com/office/drawing/2014/main" id="{9DE744C1-0752-F441-B56F-9F184316E8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9" name="Freeform 4944">
                  <a:extLst>
                    <a:ext uri="{FF2B5EF4-FFF2-40B4-BE49-F238E27FC236}">
                      <a16:creationId xmlns:a16="http://schemas.microsoft.com/office/drawing/2014/main" id="{7AFBE02F-8959-BE45-B697-C5309F18A9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8" name="组合 159">
                <a:extLst>
                  <a:ext uri="{FF2B5EF4-FFF2-40B4-BE49-F238E27FC236}">
                    <a16:creationId xmlns:a16="http://schemas.microsoft.com/office/drawing/2014/main" id="{C19670D8-F716-F246-AC56-214FFDCF9DCD}"/>
                  </a:ext>
                </a:extLst>
              </p:cNvPr>
              <p:cNvGrpSpPr/>
              <p:nvPr/>
            </p:nvGrpSpPr>
            <p:grpSpPr>
              <a:xfrm>
                <a:off x="4435053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6" name="Freeform 4941">
                  <a:extLst>
                    <a:ext uri="{FF2B5EF4-FFF2-40B4-BE49-F238E27FC236}">
                      <a16:creationId xmlns:a16="http://schemas.microsoft.com/office/drawing/2014/main" id="{B15CB015-F4C6-7C45-8D03-33CC9CF4F3D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Freeform 4943">
                  <a:extLst>
                    <a:ext uri="{FF2B5EF4-FFF2-40B4-BE49-F238E27FC236}">
                      <a16:creationId xmlns:a16="http://schemas.microsoft.com/office/drawing/2014/main" id="{6CBAD93D-7C5C-F844-B338-E9AC3A5882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Freeform 4942">
                  <a:extLst>
                    <a:ext uri="{FF2B5EF4-FFF2-40B4-BE49-F238E27FC236}">
                      <a16:creationId xmlns:a16="http://schemas.microsoft.com/office/drawing/2014/main" id="{1B50981E-A2DC-7045-AF36-39983CA7EC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Freeform 4944">
                  <a:extLst>
                    <a:ext uri="{FF2B5EF4-FFF2-40B4-BE49-F238E27FC236}">
                      <a16:creationId xmlns:a16="http://schemas.microsoft.com/office/drawing/2014/main" id="{954E68A5-993A-3241-B4EA-3FACCBC66B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" name="Freeform 4946">
                  <a:extLst>
                    <a:ext uri="{FF2B5EF4-FFF2-40B4-BE49-F238E27FC236}">
                      <a16:creationId xmlns:a16="http://schemas.microsoft.com/office/drawing/2014/main" id="{6D32AC7F-99CE-3148-AB8A-ECD01BEBA97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Freeform 4942">
                  <a:extLst>
                    <a:ext uri="{FF2B5EF4-FFF2-40B4-BE49-F238E27FC236}">
                      <a16:creationId xmlns:a16="http://schemas.microsoft.com/office/drawing/2014/main" id="{C92458C2-3484-9E4C-9DC0-EF18657914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Freeform 4944">
                  <a:extLst>
                    <a:ext uri="{FF2B5EF4-FFF2-40B4-BE49-F238E27FC236}">
                      <a16:creationId xmlns:a16="http://schemas.microsoft.com/office/drawing/2014/main" id="{08F76582-833C-3641-B8DB-D41DBB4B7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" name="组合 160">
                <a:extLst>
                  <a:ext uri="{FF2B5EF4-FFF2-40B4-BE49-F238E27FC236}">
                    <a16:creationId xmlns:a16="http://schemas.microsoft.com/office/drawing/2014/main" id="{A481B729-5E62-3F46-81D9-B09EC4EA2712}"/>
                  </a:ext>
                </a:extLst>
              </p:cNvPr>
              <p:cNvGrpSpPr/>
              <p:nvPr/>
            </p:nvGrpSpPr>
            <p:grpSpPr>
              <a:xfrm>
                <a:off x="5487697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49" name="Freeform 4941">
                  <a:extLst>
                    <a:ext uri="{FF2B5EF4-FFF2-40B4-BE49-F238E27FC236}">
                      <a16:creationId xmlns:a16="http://schemas.microsoft.com/office/drawing/2014/main" id="{8E446D61-9315-604A-A751-63F754E4622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Freeform 4943">
                  <a:extLst>
                    <a:ext uri="{FF2B5EF4-FFF2-40B4-BE49-F238E27FC236}">
                      <a16:creationId xmlns:a16="http://schemas.microsoft.com/office/drawing/2014/main" id="{B97BC760-CE53-9344-873B-ACA31EF950B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Freeform 4942">
                  <a:extLst>
                    <a:ext uri="{FF2B5EF4-FFF2-40B4-BE49-F238E27FC236}">
                      <a16:creationId xmlns:a16="http://schemas.microsoft.com/office/drawing/2014/main" id="{455669D7-B138-354C-B8FB-67DB4C69F9F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Freeform 4944">
                  <a:extLst>
                    <a:ext uri="{FF2B5EF4-FFF2-40B4-BE49-F238E27FC236}">
                      <a16:creationId xmlns:a16="http://schemas.microsoft.com/office/drawing/2014/main" id="{5E2CA699-9104-C740-B147-11906AA9399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Freeform 4946">
                  <a:extLst>
                    <a:ext uri="{FF2B5EF4-FFF2-40B4-BE49-F238E27FC236}">
                      <a16:creationId xmlns:a16="http://schemas.microsoft.com/office/drawing/2014/main" id="{5280E95C-9B52-1A46-A158-249C53BF12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Freeform 4942">
                  <a:extLst>
                    <a:ext uri="{FF2B5EF4-FFF2-40B4-BE49-F238E27FC236}">
                      <a16:creationId xmlns:a16="http://schemas.microsoft.com/office/drawing/2014/main" id="{193ECA7F-1E33-C742-8C71-AA1D1F34E54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Freeform 4944">
                  <a:extLst>
                    <a:ext uri="{FF2B5EF4-FFF2-40B4-BE49-F238E27FC236}">
                      <a16:creationId xmlns:a16="http://schemas.microsoft.com/office/drawing/2014/main" id="{6C2F617F-6AC7-A342-B484-83FA3126BB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" name="组合 161">
                <a:extLst>
                  <a:ext uri="{FF2B5EF4-FFF2-40B4-BE49-F238E27FC236}">
                    <a16:creationId xmlns:a16="http://schemas.microsoft.com/office/drawing/2014/main" id="{AD3EE267-0EE7-FA4F-8B0E-C93EE5D697EB}"/>
                  </a:ext>
                </a:extLst>
              </p:cNvPr>
              <p:cNvGrpSpPr/>
              <p:nvPr/>
            </p:nvGrpSpPr>
            <p:grpSpPr>
              <a:xfrm>
                <a:off x="620860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42" name="Freeform 4941">
                  <a:extLst>
                    <a:ext uri="{FF2B5EF4-FFF2-40B4-BE49-F238E27FC236}">
                      <a16:creationId xmlns:a16="http://schemas.microsoft.com/office/drawing/2014/main" id="{CF84E7A4-6A08-3C47-B198-9AFD3073BEC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Freeform 4943">
                  <a:extLst>
                    <a:ext uri="{FF2B5EF4-FFF2-40B4-BE49-F238E27FC236}">
                      <a16:creationId xmlns:a16="http://schemas.microsoft.com/office/drawing/2014/main" id="{421E17FC-2D31-0D4E-935F-1D5AEE74C1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Freeform 4942">
                  <a:extLst>
                    <a:ext uri="{FF2B5EF4-FFF2-40B4-BE49-F238E27FC236}">
                      <a16:creationId xmlns:a16="http://schemas.microsoft.com/office/drawing/2014/main" id="{B5270B1C-FCF9-3F4B-BC3B-EAA13323E1B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Freeform 4944">
                  <a:extLst>
                    <a:ext uri="{FF2B5EF4-FFF2-40B4-BE49-F238E27FC236}">
                      <a16:creationId xmlns:a16="http://schemas.microsoft.com/office/drawing/2014/main" id="{4C76A974-DB43-1649-9185-B9B29AEF55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Freeform 4946">
                  <a:extLst>
                    <a:ext uri="{FF2B5EF4-FFF2-40B4-BE49-F238E27FC236}">
                      <a16:creationId xmlns:a16="http://schemas.microsoft.com/office/drawing/2014/main" id="{B93BBDD6-D2BB-0842-B71F-A76E9EFC7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4942">
                  <a:extLst>
                    <a:ext uri="{FF2B5EF4-FFF2-40B4-BE49-F238E27FC236}">
                      <a16:creationId xmlns:a16="http://schemas.microsoft.com/office/drawing/2014/main" id="{E92AB7D4-FF96-064E-8CC6-7651BF7636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4944">
                  <a:extLst>
                    <a:ext uri="{FF2B5EF4-FFF2-40B4-BE49-F238E27FC236}">
                      <a16:creationId xmlns:a16="http://schemas.microsoft.com/office/drawing/2014/main" id="{15354154-2FE3-E64E-8D92-AB00D61496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1" name="组合 162">
                <a:extLst>
                  <a:ext uri="{FF2B5EF4-FFF2-40B4-BE49-F238E27FC236}">
                    <a16:creationId xmlns:a16="http://schemas.microsoft.com/office/drawing/2014/main" id="{962DBC3A-6F35-CD4C-AA47-DC394D3BAEB9}"/>
                  </a:ext>
                </a:extLst>
              </p:cNvPr>
              <p:cNvGrpSpPr/>
              <p:nvPr/>
            </p:nvGrpSpPr>
            <p:grpSpPr>
              <a:xfrm>
                <a:off x="7222352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35" name="Freeform 4941">
                  <a:extLst>
                    <a:ext uri="{FF2B5EF4-FFF2-40B4-BE49-F238E27FC236}">
                      <a16:creationId xmlns:a16="http://schemas.microsoft.com/office/drawing/2014/main" id="{5BAF7FDA-8B48-F744-A513-C421928BC6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Freeform 4943">
                  <a:extLst>
                    <a:ext uri="{FF2B5EF4-FFF2-40B4-BE49-F238E27FC236}">
                      <a16:creationId xmlns:a16="http://schemas.microsoft.com/office/drawing/2014/main" id="{808ECA11-EBE7-FF40-9368-334430E596A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Freeform 4942">
                  <a:extLst>
                    <a:ext uri="{FF2B5EF4-FFF2-40B4-BE49-F238E27FC236}">
                      <a16:creationId xmlns:a16="http://schemas.microsoft.com/office/drawing/2014/main" id="{0A7FBB39-310A-BC43-B6DD-5A945BC849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Freeform 4944">
                  <a:extLst>
                    <a:ext uri="{FF2B5EF4-FFF2-40B4-BE49-F238E27FC236}">
                      <a16:creationId xmlns:a16="http://schemas.microsoft.com/office/drawing/2014/main" id="{B4C3C69C-C425-0740-BD5B-FA64945986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Freeform 4946">
                  <a:extLst>
                    <a:ext uri="{FF2B5EF4-FFF2-40B4-BE49-F238E27FC236}">
                      <a16:creationId xmlns:a16="http://schemas.microsoft.com/office/drawing/2014/main" id="{2B70D0E2-B847-224F-984E-8CC818FEA3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4942">
                  <a:extLst>
                    <a:ext uri="{FF2B5EF4-FFF2-40B4-BE49-F238E27FC236}">
                      <a16:creationId xmlns:a16="http://schemas.microsoft.com/office/drawing/2014/main" id="{0BEBE9C9-2802-5E48-9CF6-6FEC571627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Freeform 4944">
                  <a:extLst>
                    <a:ext uri="{FF2B5EF4-FFF2-40B4-BE49-F238E27FC236}">
                      <a16:creationId xmlns:a16="http://schemas.microsoft.com/office/drawing/2014/main" id="{0E81DAEE-26AC-E849-9C68-9C3FBEF1D9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2" name="组合 163">
                <a:extLst>
                  <a:ext uri="{FF2B5EF4-FFF2-40B4-BE49-F238E27FC236}">
                    <a16:creationId xmlns:a16="http://schemas.microsoft.com/office/drawing/2014/main" id="{535D3B97-1D3B-AB40-AE1E-1036C612B1D9}"/>
                  </a:ext>
                </a:extLst>
              </p:cNvPr>
              <p:cNvGrpSpPr/>
              <p:nvPr/>
            </p:nvGrpSpPr>
            <p:grpSpPr>
              <a:xfrm>
                <a:off x="7943255" y="3392131"/>
                <a:ext cx="527904" cy="870752"/>
                <a:chOff x="797375" y="647186"/>
                <a:chExt cx="860423" cy="1419226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28" name="Freeform 4941">
                  <a:extLst>
                    <a:ext uri="{FF2B5EF4-FFF2-40B4-BE49-F238E27FC236}">
                      <a16:creationId xmlns:a16="http://schemas.microsoft.com/office/drawing/2014/main" id="{3CBD57C4-3EC5-6640-BF18-B74606365F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29" name="Freeform 4943">
                  <a:extLst>
                    <a:ext uri="{FF2B5EF4-FFF2-40B4-BE49-F238E27FC236}">
                      <a16:creationId xmlns:a16="http://schemas.microsoft.com/office/drawing/2014/main" id="{8F460FE4-CD74-A24A-A3FF-0426F9BB54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Freeform 4942">
                  <a:extLst>
                    <a:ext uri="{FF2B5EF4-FFF2-40B4-BE49-F238E27FC236}">
                      <a16:creationId xmlns:a16="http://schemas.microsoft.com/office/drawing/2014/main" id="{1F0ED949-83CA-9A47-B965-7EC1FC3315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Freeform 4944">
                  <a:extLst>
                    <a:ext uri="{FF2B5EF4-FFF2-40B4-BE49-F238E27FC236}">
                      <a16:creationId xmlns:a16="http://schemas.microsoft.com/office/drawing/2014/main" id="{8ADAC530-92CA-964D-914E-22D011CCB7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Freeform 4946">
                  <a:extLst>
                    <a:ext uri="{FF2B5EF4-FFF2-40B4-BE49-F238E27FC236}">
                      <a16:creationId xmlns:a16="http://schemas.microsoft.com/office/drawing/2014/main" id="{71E3CE79-4815-E340-9345-84A59EB0AAC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Freeform 4942">
                  <a:extLst>
                    <a:ext uri="{FF2B5EF4-FFF2-40B4-BE49-F238E27FC236}">
                      <a16:creationId xmlns:a16="http://schemas.microsoft.com/office/drawing/2014/main" id="{9385BD45-4297-5343-8D63-B9D36F4675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Freeform 4944">
                  <a:extLst>
                    <a:ext uri="{FF2B5EF4-FFF2-40B4-BE49-F238E27FC236}">
                      <a16:creationId xmlns:a16="http://schemas.microsoft.com/office/drawing/2014/main" id="{F0A0EC55-1BE3-2C41-8658-8F2990082D0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7BEAD589-0426-3D47-AD73-E93D066D4135}"/>
                  </a:ext>
                </a:extLst>
              </p:cNvPr>
              <p:cNvSpPr txBox="1"/>
              <p:nvPr/>
            </p:nvSpPr>
            <p:spPr>
              <a:xfrm>
                <a:off x="3607463" y="4364236"/>
                <a:ext cx="1092516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HRS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F6BCE3CF-3F9B-2443-B00E-F4ED4EB8691E}"/>
                  </a:ext>
                </a:extLst>
              </p:cNvPr>
              <p:cNvSpPr txBox="1"/>
              <p:nvPr/>
            </p:nvSpPr>
            <p:spPr>
              <a:xfrm>
                <a:off x="5627644" y="4434298"/>
                <a:ext cx="1072343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MINS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1B3D4DF-2538-4748-807A-FDACA091B644}"/>
                  </a:ext>
                </a:extLst>
              </p:cNvPr>
              <p:cNvSpPr txBox="1"/>
              <p:nvPr/>
            </p:nvSpPr>
            <p:spPr>
              <a:xfrm>
                <a:off x="7551229" y="4364232"/>
                <a:ext cx="1072488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SECS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A2AB0E4-5B99-2941-ABCC-29D6645BB6A9}"/>
                  </a:ext>
                </a:extLst>
              </p:cNvPr>
              <p:cNvSpPr txBox="1"/>
              <p:nvPr/>
            </p:nvSpPr>
            <p:spPr>
              <a:xfrm>
                <a:off x="4998128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0633F16-0EC6-9543-93D2-112DE6F8490B}"/>
                  </a:ext>
                </a:extLst>
              </p:cNvPr>
              <p:cNvSpPr txBox="1"/>
              <p:nvPr/>
            </p:nvSpPr>
            <p:spPr>
              <a:xfrm>
                <a:off x="6723356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54F31680-829C-B441-88FF-4F9C86C3B48F}"/>
                </a:ext>
              </a:extLst>
            </p:cNvPr>
            <p:cNvSpPr txBox="1"/>
            <p:nvPr/>
          </p:nvSpPr>
          <p:spPr>
            <a:xfrm>
              <a:off x="9983975" y="5624048"/>
              <a:ext cx="1903145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6CF2E2"/>
                  </a:solidFill>
                </a:rPr>
                <a:t>5</a:t>
              </a:r>
              <a:r>
                <a:rPr lang="zh-CN" altLang="en-US" sz="1600" dirty="0">
                  <a:solidFill>
                    <a:srgbClr val="6CF2E2"/>
                  </a:solidFill>
                </a:rPr>
                <a:t>分钟限</a:t>
              </a:r>
              <a:r>
                <a:rPr kumimoji="0" lang="zh-CN" altLang="en-US" sz="1600" b="0" i="0" u="none" strike="noStrike" cap="none" spc="0" normalizeH="0" baseline="0" dirty="0">
                  <a:ln>
                    <a:noFill/>
                  </a:ln>
                  <a:solidFill>
                    <a:srgbClr val="6CF2E2"/>
                  </a:solidFill>
                  <a:effectLst/>
                  <a:uFillTx/>
                  <a:latin typeface="+mn-lt"/>
                  <a:ea typeface="+mn-ea"/>
                  <a:cs typeface="+mn-cs"/>
                  <a:sym typeface="Calibri" panose="020F0502020204030204"/>
                </a:rPr>
                <a:t>时记忆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E68A46F3-5442-9515-FE0B-CD5932C05CB9}"/>
              </a:ext>
            </a:extLst>
          </p:cNvPr>
          <p:cNvSpPr txBox="1">
            <a:spLocks/>
          </p:cNvSpPr>
          <p:nvPr/>
        </p:nvSpPr>
        <p:spPr>
          <a:xfrm>
            <a:off x="744538" y="2103437"/>
            <a:ext cx="10866175" cy="4297903"/>
          </a:xfrm>
          <a:prstGeom prst="rect">
            <a:avLst/>
          </a:prstGeom>
          <a:ln w="12700">
            <a:miter lim="400000"/>
          </a:ln>
        </p:spPr>
        <p:txBody>
          <a:bodyPr lIns="68580" tIns="34290" rIns="68580" bIns="34290">
            <a:norm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1pPr>
            <a:lvl2pPr marL="0" marR="0" indent="4572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2pPr>
            <a:lvl3pPr marL="0" marR="0" indent="9144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3pPr>
            <a:lvl4pPr marL="0" marR="0" indent="13716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4pPr>
            <a:lvl5pPr marL="0" marR="0" indent="18288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 panose="020B0604020202020204"/>
              <a:buChar char="•"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 panose="020F0502020204030204"/>
              </a:defRPr>
            </a:lvl9pPr>
          </a:lstStyle>
          <a:p>
            <a:pPr hangingPunct="1"/>
            <a:r>
              <a:rPr lang="zh-CN" altLang="en-US" sz="5400" b="1" noProof="1">
                <a:latin typeface="微软雅黑" panose="020B0503020204020204" pitchFamily="1" charset="-122"/>
                <a:ea typeface="微软雅黑" panose="020B0503020204020204" pitchFamily="1" charset="-122"/>
              </a:rPr>
              <a:t>开会   伤感     命运    害虫   武松</a:t>
            </a:r>
          </a:p>
          <a:p>
            <a:pPr hangingPunct="1"/>
            <a:r>
              <a:rPr lang="zh-CN" altLang="en-US" sz="5400" b="1" noProof="1">
                <a:latin typeface="微软雅黑" panose="020B0503020204020204" pitchFamily="1" charset="-122"/>
                <a:ea typeface="微软雅黑" panose="020B0503020204020204" pitchFamily="1" charset="-122"/>
              </a:rPr>
              <a:t>牺牲   草木     河流    神马   臣妾</a:t>
            </a:r>
          </a:p>
          <a:p>
            <a:pPr hangingPunct="1"/>
            <a:r>
              <a:rPr lang="zh-CN" altLang="en-US" sz="5400" b="1" noProof="1">
                <a:latin typeface="微软雅黑" panose="020B0503020204020204" pitchFamily="1" charset="-122"/>
                <a:ea typeface="微软雅黑" panose="020B0503020204020204" pitchFamily="1" charset="-122"/>
              </a:rPr>
              <a:t>话费  一丈红  石板    野鹿   乡村</a:t>
            </a:r>
          </a:p>
          <a:p>
            <a:pPr hangingPunct="1"/>
            <a:r>
              <a:rPr lang="zh-CN" altLang="en-US" sz="5400" b="1" noProof="1">
                <a:latin typeface="微软雅黑" panose="020B0503020204020204" pitchFamily="1" charset="-122"/>
                <a:ea typeface="微软雅黑" panose="020B0503020204020204" pitchFamily="1" charset="-122"/>
              </a:rPr>
              <a:t>移花   联通     猪心    手掌   舍弃</a:t>
            </a:r>
          </a:p>
          <a:p>
            <a:pPr hangingPunct="1"/>
            <a:r>
              <a:rPr lang="zh-CN" altLang="en-US" sz="4050" b="1" noProof="1">
                <a:latin typeface="微软雅黑" panose="020B0503020204020204" pitchFamily="1" charset="-122"/>
                <a:ea typeface="微软雅黑" panose="020B0503020204020204" pitchFamily="1" charset="-122"/>
              </a:rPr>
              <a:t>   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2520314" y="2976245"/>
            <a:ext cx="6779895" cy="878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记忆九段商务PPT专用模板</a:t>
            </a:r>
          </a:p>
        </p:txBody>
      </p:sp>
      <p:sp>
        <p:nvSpPr>
          <p:cNvPr id="122" name="Shape 122"/>
          <p:cNvSpPr/>
          <p:nvPr/>
        </p:nvSpPr>
        <p:spPr>
          <a:xfrm>
            <a:off x="3247707" y="3839209"/>
            <a:ext cx="5325112" cy="65280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3600"/>
            </a:pPr>
            <a:r>
              <a:t> </a:t>
            </a:r>
            <a:r>
              <a:rPr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2017年度报告</a:t>
            </a:r>
          </a:p>
        </p:txBody>
      </p:sp>
      <p:pic>
        <p:nvPicPr>
          <p:cNvPr id="124" name="image2.png" descr="tubiao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604" y="4740275"/>
            <a:ext cx="464186" cy="4159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" name="手动输入 3">
            <a:extLst>
              <a:ext uri="{FF2B5EF4-FFF2-40B4-BE49-F238E27FC236}">
                <a16:creationId xmlns:a16="http://schemas.microsoft.com/office/drawing/2014/main" id="{87DECA9A-E109-7E48-BFD6-D4DA9AAB55E7}"/>
              </a:ext>
            </a:extLst>
          </p:cNvPr>
          <p:cNvSpPr/>
          <p:nvPr/>
        </p:nvSpPr>
        <p:spPr>
          <a:xfrm rot="5400000">
            <a:off x="241261" y="-290708"/>
            <a:ext cx="6883317" cy="7414098"/>
          </a:xfrm>
          <a:prstGeom prst="flowChartManualInput">
            <a:avLst/>
          </a:prstGeom>
          <a:solidFill>
            <a:srgbClr val="9B47E6">
              <a:alpha val="82000"/>
            </a:srgbClr>
          </a:solidFill>
          <a:ln w="12700" cap="flat">
            <a:noFill/>
            <a:prstDash val="solid"/>
            <a:miter lim="8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17DE07C4-7C0D-8D48-A884-7EF80375C434}"/>
              </a:ext>
            </a:extLst>
          </p:cNvPr>
          <p:cNvSpPr txBox="1"/>
          <p:nvPr/>
        </p:nvSpPr>
        <p:spPr>
          <a:xfrm>
            <a:off x="2806848" y="2559043"/>
            <a:ext cx="5770476" cy="11079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66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rPr>
              <a:t>随机字母</a:t>
            </a:r>
            <a:endParaRPr kumimoji="0" lang="zh-CN" altLang="en-US" sz="66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Calibri" panose="020F0502020204030204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2931522-CAFA-494C-9909-F3DBC9821118}"/>
              </a:ext>
            </a:extLst>
          </p:cNvPr>
          <p:cNvSpPr txBox="1"/>
          <p:nvPr/>
        </p:nvSpPr>
        <p:spPr>
          <a:xfrm>
            <a:off x="6878311" y="2552279"/>
            <a:ext cx="6550031" cy="110799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6600" b="1" i="0" u="none" strike="noStrike" cap="none" spc="0" normalizeH="0" baseline="0" dirty="0">
                <a:ln>
                  <a:noFill/>
                </a:ln>
                <a:solidFill>
                  <a:srgbClr val="9B47E6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Calibri" panose="020F0502020204030204"/>
              </a:rPr>
              <a:t>扑克牌记忆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D3F783-EC70-B547-88E9-D6599F548D73}"/>
              </a:ext>
            </a:extLst>
          </p:cNvPr>
          <p:cNvSpPr txBox="1"/>
          <p:nvPr/>
        </p:nvSpPr>
        <p:spPr>
          <a:xfrm>
            <a:off x="114776" y="367371"/>
            <a:ext cx="4811076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dirty="0">
                <a:ea typeface="微软雅黑" charset="0"/>
              </a:rPr>
              <a:t>高阶练习                        </a:t>
            </a:r>
            <a:endParaRPr lang="en-US" altLang="zh-CN" sz="3600" b="1" dirty="0">
              <a:ea typeface="微软雅黑" charset="0"/>
            </a:endParaRPr>
          </a:p>
        </p:txBody>
      </p:sp>
      <p:pic>
        <p:nvPicPr>
          <p:cNvPr id="11" name="图形 10" descr="星星">
            <a:extLst>
              <a:ext uri="{FF2B5EF4-FFF2-40B4-BE49-F238E27FC236}">
                <a16:creationId xmlns:a16="http://schemas.microsoft.com/office/drawing/2014/main" id="{F5DC118E-A9D5-AF48-8068-1396D6966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3114" y="202347"/>
            <a:ext cx="914400" cy="914400"/>
          </a:xfrm>
          <a:prstGeom prst="rect">
            <a:avLst/>
          </a:prstGeom>
        </p:spPr>
      </p:pic>
      <p:pic>
        <p:nvPicPr>
          <p:cNvPr id="12" name="图形 11" descr="星星">
            <a:extLst>
              <a:ext uri="{FF2B5EF4-FFF2-40B4-BE49-F238E27FC236}">
                <a16:creationId xmlns:a16="http://schemas.microsoft.com/office/drawing/2014/main" id="{AF2FD8D1-BFDB-3340-8B32-55B0E4E33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916" y="202347"/>
            <a:ext cx="914400" cy="914400"/>
          </a:xfrm>
          <a:prstGeom prst="rect">
            <a:avLst/>
          </a:prstGeom>
        </p:spPr>
      </p:pic>
      <p:pic>
        <p:nvPicPr>
          <p:cNvPr id="14" name="图形 13" descr="星星">
            <a:extLst>
              <a:ext uri="{FF2B5EF4-FFF2-40B4-BE49-F238E27FC236}">
                <a16:creationId xmlns:a16="http://schemas.microsoft.com/office/drawing/2014/main" id="{6D0D543E-6AC1-E745-8F1E-51267BE4E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1068" y="212830"/>
            <a:ext cx="914400" cy="914400"/>
          </a:xfrm>
          <a:prstGeom prst="rect">
            <a:avLst/>
          </a:prstGeom>
        </p:spPr>
      </p:pic>
      <p:sp>
        <p:nvSpPr>
          <p:cNvPr id="20" name="Shape 121">
            <a:extLst>
              <a:ext uri="{FF2B5EF4-FFF2-40B4-BE49-F238E27FC236}">
                <a16:creationId xmlns:a16="http://schemas.microsoft.com/office/drawing/2014/main" id="{10F522A5-EA63-A840-B9CE-AC94C05596CF}"/>
              </a:ext>
            </a:extLst>
          </p:cNvPr>
          <p:cNvSpPr/>
          <p:nvPr/>
        </p:nvSpPr>
        <p:spPr>
          <a:xfrm>
            <a:off x="2063114" y="4165612"/>
            <a:ext cx="8506730" cy="40011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en-US" altLang="zh-CN" sz="2000" dirty="0"/>
              <a:t>5</a:t>
            </a:r>
            <a:r>
              <a:rPr lang="zh-CN" altLang="en-US" sz="2000" dirty="0"/>
              <a:t>分钟记忆以下随机字母或扑克牌，  </a:t>
            </a:r>
            <a:r>
              <a:rPr lang="zh-CN" altLang="en-US" sz="2000" dirty="0">
                <a:solidFill>
                  <a:srgbClr val="9B47E6"/>
                </a:solidFill>
              </a:rPr>
              <a:t>请记录每项练习的准确率</a:t>
            </a:r>
            <a:endParaRPr sz="2000" dirty="0">
              <a:solidFill>
                <a:srgbClr val="9B47E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577353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121"/>
          <p:cNvSpPr/>
          <p:nvPr/>
        </p:nvSpPr>
        <p:spPr>
          <a:xfrm>
            <a:off x="2520314" y="2976245"/>
            <a:ext cx="6779895" cy="8788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44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记忆九段商务PPT专用模板</a:t>
            </a:r>
          </a:p>
        </p:txBody>
      </p:sp>
      <p:sp>
        <p:nvSpPr>
          <p:cNvPr id="122" name="Shape 122"/>
          <p:cNvSpPr/>
          <p:nvPr/>
        </p:nvSpPr>
        <p:spPr>
          <a:xfrm>
            <a:off x="3247707" y="3839209"/>
            <a:ext cx="5325112" cy="652806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/>
          <a:p>
            <a:pPr algn="ctr">
              <a:defRPr sz="3600"/>
            </a:pPr>
            <a:r>
              <a:t> </a:t>
            </a:r>
            <a:r>
              <a:rPr sz="3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2017年度报告</a:t>
            </a:r>
          </a:p>
        </p:txBody>
      </p:sp>
      <p:sp>
        <p:nvSpPr>
          <p:cNvPr id="123" name="Shape 123"/>
          <p:cNvSpPr/>
          <p:nvPr/>
        </p:nvSpPr>
        <p:spPr>
          <a:xfrm>
            <a:off x="4234815" y="4930775"/>
            <a:ext cx="3723006" cy="44704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t>报告人：李先生</a:t>
            </a:r>
          </a:p>
        </p:txBody>
      </p:sp>
      <p:pic>
        <p:nvPicPr>
          <p:cNvPr id="124" name="image2.png" descr="tubiao-0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3604" y="4930775"/>
            <a:ext cx="464186" cy="41592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C9859ACD-2602-4676-9F15-C7E030F23687}"/>
              </a:ext>
            </a:extLst>
          </p:cNvPr>
          <p:cNvSpPr/>
          <p:nvPr/>
        </p:nvSpPr>
        <p:spPr>
          <a:xfrm>
            <a:off x="-1" y="281940"/>
            <a:ext cx="338480" cy="923328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71" name="对象 70">
            <a:extLst>
              <a:ext uri="{FF2B5EF4-FFF2-40B4-BE49-F238E27FC236}">
                <a16:creationId xmlns:a16="http://schemas.microsoft.com/office/drawing/2014/main" id="{CA0C7070-BE13-1146-806A-58634217876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6912634"/>
              </p:ext>
            </p:extLst>
          </p:nvPr>
        </p:nvGraphicFramePr>
        <p:xfrm>
          <a:off x="2452688" y="1290638"/>
          <a:ext cx="7399337" cy="5559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工作表" r:id="rId3" imgW="965200" imgH="723900" progId="Excel.Sheet.12">
                  <p:embed/>
                </p:oleObj>
              </mc:Choice>
              <mc:Fallback>
                <p:oleObj name="工作表" r:id="rId3" imgW="965200" imgH="723900" progId="Excel.Sheet.12">
                  <p:embed/>
                  <p:pic>
                    <p:nvPicPr>
                      <p:cNvPr id="71" name="对象 70">
                        <a:extLst>
                          <a:ext uri="{FF2B5EF4-FFF2-40B4-BE49-F238E27FC236}">
                            <a16:creationId xmlns:a16="http://schemas.microsoft.com/office/drawing/2014/main" id="{CA0C7070-BE13-1146-806A-58634217876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1290638"/>
                        <a:ext cx="7399337" cy="55594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 xmlns="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" name="文本框 72">
            <a:extLst>
              <a:ext uri="{FF2B5EF4-FFF2-40B4-BE49-F238E27FC236}">
                <a16:creationId xmlns:a16="http://schemas.microsoft.com/office/drawing/2014/main" id="{76EA70FB-760F-6048-808C-12788CFB9B53}"/>
              </a:ext>
            </a:extLst>
          </p:cNvPr>
          <p:cNvSpPr txBox="1"/>
          <p:nvPr/>
        </p:nvSpPr>
        <p:spPr>
          <a:xfrm>
            <a:off x="537881" y="379702"/>
            <a:ext cx="7977471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dirty="0">
                <a:ea typeface="微软雅黑" charset="0"/>
              </a:rPr>
              <a:t>高阶练习                        </a:t>
            </a:r>
            <a:r>
              <a:rPr lang="zh-CN" altLang="en-US" sz="3600" b="1" dirty="0">
                <a:ea typeface="微软雅黑" charset="0"/>
              </a:rPr>
              <a:t>随机字母记忆</a:t>
            </a:r>
            <a:endParaRPr lang="en-US" altLang="zh-CN" sz="3600" b="1" dirty="0">
              <a:ea typeface="微软雅黑" charset="0"/>
            </a:endParaRPr>
          </a:p>
        </p:txBody>
      </p:sp>
      <p:pic>
        <p:nvPicPr>
          <p:cNvPr id="74" name="图形 73" descr="星星">
            <a:extLst>
              <a:ext uri="{FF2B5EF4-FFF2-40B4-BE49-F238E27FC236}">
                <a16:creationId xmlns:a16="http://schemas.microsoft.com/office/drawing/2014/main" id="{C5F41AB3-CA84-5F42-8FD8-8CE98401797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82259" y="339767"/>
            <a:ext cx="646330" cy="646330"/>
          </a:xfrm>
          <a:prstGeom prst="rect">
            <a:avLst/>
          </a:prstGeom>
        </p:spPr>
      </p:pic>
      <p:pic>
        <p:nvPicPr>
          <p:cNvPr id="75" name="图形 74" descr="星星">
            <a:extLst>
              <a:ext uri="{FF2B5EF4-FFF2-40B4-BE49-F238E27FC236}">
                <a16:creationId xmlns:a16="http://schemas.microsoft.com/office/drawing/2014/main" id="{8355A551-F4F0-B44E-A37C-AC530874DB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969556" y="348706"/>
            <a:ext cx="652361" cy="652361"/>
          </a:xfrm>
          <a:prstGeom prst="rect">
            <a:avLst/>
          </a:prstGeom>
        </p:spPr>
      </p:pic>
      <p:pic>
        <p:nvPicPr>
          <p:cNvPr id="76" name="图形 75" descr="星星">
            <a:extLst>
              <a:ext uri="{FF2B5EF4-FFF2-40B4-BE49-F238E27FC236}">
                <a16:creationId xmlns:a16="http://schemas.microsoft.com/office/drawing/2014/main" id="{BE2AC2C1-FB67-3244-9B46-2D8E25EF782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66025" y="357644"/>
            <a:ext cx="652362" cy="652362"/>
          </a:xfrm>
          <a:prstGeom prst="rect">
            <a:avLst/>
          </a:prstGeom>
        </p:spPr>
      </p:pic>
      <p:grpSp>
        <p:nvGrpSpPr>
          <p:cNvPr id="12" name="组合 11">
            <a:extLst>
              <a:ext uri="{FF2B5EF4-FFF2-40B4-BE49-F238E27FC236}">
                <a16:creationId xmlns:a16="http://schemas.microsoft.com/office/drawing/2014/main" id="{FFCB1809-D5DD-0E49-8C03-F13F95704550}"/>
              </a:ext>
            </a:extLst>
          </p:cNvPr>
          <p:cNvGrpSpPr/>
          <p:nvPr/>
        </p:nvGrpSpPr>
        <p:grpSpPr>
          <a:xfrm>
            <a:off x="9277192" y="126364"/>
            <a:ext cx="2842871" cy="1153003"/>
            <a:chOff x="9225522" y="5624048"/>
            <a:chExt cx="2842871" cy="1153003"/>
          </a:xfrm>
        </p:grpSpPr>
        <p:grpSp>
          <p:nvGrpSpPr>
            <p:cNvPr id="13" name="组合 154">
              <a:extLst>
                <a:ext uri="{FF2B5EF4-FFF2-40B4-BE49-F238E27FC236}">
                  <a16:creationId xmlns:a16="http://schemas.microsoft.com/office/drawing/2014/main" id="{2C182C7F-1960-C143-877C-79F7A54CBB44}"/>
                </a:ext>
              </a:extLst>
            </p:cNvPr>
            <p:cNvGrpSpPr/>
            <p:nvPr/>
          </p:nvGrpSpPr>
          <p:grpSpPr>
            <a:xfrm>
              <a:off x="9225522" y="5699394"/>
              <a:ext cx="2842871" cy="1077657"/>
              <a:chOff x="2156692" y="1940704"/>
              <a:chExt cx="7878617" cy="4295712"/>
            </a:xfrm>
          </p:grpSpPr>
          <p:grpSp>
            <p:nvGrpSpPr>
              <p:cNvPr id="15" name="组合 155">
                <a:extLst>
                  <a:ext uri="{FF2B5EF4-FFF2-40B4-BE49-F238E27FC236}">
                    <a16:creationId xmlns:a16="http://schemas.microsoft.com/office/drawing/2014/main" id="{6F3FB29A-251A-FA47-9D24-9B21E282F9DF}"/>
                  </a:ext>
                </a:extLst>
              </p:cNvPr>
              <p:cNvGrpSpPr/>
              <p:nvPr/>
            </p:nvGrpSpPr>
            <p:grpSpPr>
              <a:xfrm>
                <a:off x="2156692" y="3240109"/>
                <a:ext cx="7878617" cy="2996307"/>
                <a:chOff x="2037346" y="2277980"/>
                <a:chExt cx="8117307" cy="3625534"/>
              </a:xfrm>
            </p:grpSpPr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0CAD4F49-BF41-024D-9E5B-E82B20E1F02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 flipH="1">
                  <a:off x="2037346" y="2277980"/>
                  <a:ext cx="4074695" cy="3625533"/>
                </a:xfrm>
                <a:prstGeom prst="rect">
                  <a:avLst/>
                </a:prstGeom>
              </p:spPr>
            </p:pic>
            <p:pic>
              <p:nvPicPr>
                <p:cNvPr id="77" name="图片 76">
                  <a:extLst>
                    <a:ext uri="{FF2B5EF4-FFF2-40B4-BE49-F238E27FC236}">
                      <a16:creationId xmlns:a16="http://schemas.microsoft.com/office/drawing/2014/main" id="{95837589-C8E2-B645-849A-5E36C6043B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079958" y="2277980"/>
                  <a:ext cx="4074695" cy="3625534"/>
                </a:xfrm>
                <a:prstGeom prst="rect">
                  <a:avLst/>
                </a:prstGeom>
              </p:spPr>
            </p:pic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4B70BA5B-AF4A-7A46-9511-9CF8AFF03F2D}"/>
                  </a:ext>
                </a:extLst>
              </p:cNvPr>
              <p:cNvSpPr/>
              <p:nvPr/>
            </p:nvSpPr>
            <p:spPr>
              <a:xfrm>
                <a:off x="2221938" y="1940704"/>
                <a:ext cx="7748125" cy="3888535"/>
              </a:xfrm>
              <a:prstGeom prst="rect">
                <a:avLst/>
              </a:prstGeom>
              <a:solidFill>
                <a:srgbClr val="282E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: 圆角 157">
                <a:extLst>
                  <a:ext uri="{FF2B5EF4-FFF2-40B4-BE49-F238E27FC236}">
                    <a16:creationId xmlns:a16="http://schemas.microsoft.com/office/drawing/2014/main" id="{679FA683-3E81-AC47-9B40-2A0BD41D9487}"/>
                  </a:ext>
                </a:extLst>
              </p:cNvPr>
              <p:cNvSpPr/>
              <p:nvPr/>
            </p:nvSpPr>
            <p:spPr>
              <a:xfrm>
                <a:off x="3139736" y="2851610"/>
                <a:ext cx="5912528" cy="1857198"/>
              </a:xfrm>
              <a:prstGeom prst="roundRect">
                <a:avLst>
                  <a:gd name="adj" fmla="val 6039"/>
                </a:avLst>
              </a:prstGeom>
              <a:solidFill>
                <a:srgbClr val="1015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8" name="组合 158">
                <a:extLst>
                  <a:ext uri="{FF2B5EF4-FFF2-40B4-BE49-F238E27FC236}">
                    <a16:creationId xmlns:a16="http://schemas.microsoft.com/office/drawing/2014/main" id="{3D7F24DE-C362-A348-A0A1-E8D600A92E43}"/>
                  </a:ext>
                </a:extLst>
              </p:cNvPr>
              <p:cNvGrpSpPr/>
              <p:nvPr/>
            </p:nvGrpSpPr>
            <p:grpSpPr>
              <a:xfrm>
                <a:off x="371415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64" name="Freeform 4941">
                  <a:extLst>
                    <a:ext uri="{FF2B5EF4-FFF2-40B4-BE49-F238E27FC236}">
                      <a16:creationId xmlns:a16="http://schemas.microsoft.com/office/drawing/2014/main" id="{5E57F37F-00E9-9940-964B-2C7609D981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5" name="Freeform 4943">
                  <a:extLst>
                    <a:ext uri="{FF2B5EF4-FFF2-40B4-BE49-F238E27FC236}">
                      <a16:creationId xmlns:a16="http://schemas.microsoft.com/office/drawing/2014/main" id="{0274DE80-086B-F24B-8A03-14342DD996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6" name="Freeform 4942">
                  <a:extLst>
                    <a:ext uri="{FF2B5EF4-FFF2-40B4-BE49-F238E27FC236}">
                      <a16:creationId xmlns:a16="http://schemas.microsoft.com/office/drawing/2014/main" id="{7A1A5563-AD6C-ED48-BBA9-89464B6AEE6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" name="Freeform 4944">
                  <a:extLst>
                    <a:ext uri="{FF2B5EF4-FFF2-40B4-BE49-F238E27FC236}">
                      <a16:creationId xmlns:a16="http://schemas.microsoft.com/office/drawing/2014/main" id="{4C2C1C3B-9F2C-D743-BFE4-9AC1941462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Freeform 4946">
                  <a:extLst>
                    <a:ext uri="{FF2B5EF4-FFF2-40B4-BE49-F238E27FC236}">
                      <a16:creationId xmlns:a16="http://schemas.microsoft.com/office/drawing/2014/main" id="{30FFD45E-9254-014E-89D3-D4246456C72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9" name="Freeform 4942">
                  <a:extLst>
                    <a:ext uri="{FF2B5EF4-FFF2-40B4-BE49-F238E27FC236}">
                      <a16:creationId xmlns:a16="http://schemas.microsoft.com/office/drawing/2014/main" id="{77F277D0-0960-CE44-9860-9293E1AB0D1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Freeform 4944">
                  <a:extLst>
                    <a:ext uri="{FF2B5EF4-FFF2-40B4-BE49-F238E27FC236}">
                      <a16:creationId xmlns:a16="http://schemas.microsoft.com/office/drawing/2014/main" id="{C793B5F0-6C77-DB4F-8AE2-16454A072EE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" name="组合 159">
                <a:extLst>
                  <a:ext uri="{FF2B5EF4-FFF2-40B4-BE49-F238E27FC236}">
                    <a16:creationId xmlns:a16="http://schemas.microsoft.com/office/drawing/2014/main" id="{9D2E6B83-6D62-944B-B159-CEBCD02C01BA}"/>
                  </a:ext>
                </a:extLst>
              </p:cNvPr>
              <p:cNvGrpSpPr/>
              <p:nvPr/>
            </p:nvGrpSpPr>
            <p:grpSpPr>
              <a:xfrm>
                <a:off x="4435053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7" name="Freeform 4941">
                  <a:extLst>
                    <a:ext uri="{FF2B5EF4-FFF2-40B4-BE49-F238E27FC236}">
                      <a16:creationId xmlns:a16="http://schemas.microsoft.com/office/drawing/2014/main" id="{BF717458-B3A1-9745-8C80-02A45B6B63F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8" name="Freeform 4943">
                  <a:extLst>
                    <a:ext uri="{FF2B5EF4-FFF2-40B4-BE49-F238E27FC236}">
                      <a16:creationId xmlns:a16="http://schemas.microsoft.com/office/drawing/2014/main" id="{65447094-00D5-0147-A34D-AA7B448279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Freeform 4942">
                  <a:extLst>
                    <a:ext uri="{FF2B5EF4-FFF2-40B4-BE49-F238E27FC236}">
                      <a16:creationId xmlns:a16="http://schemas.microsoft.com/office/drawing/2014/main" id="{00DDACE1-89A0-104D-A5BA-26E6B667802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" name="Freeform 4944">
                  <a:extLst>
                    <a:ext uri="{FF2B5EF4-FFF2-40B4-BE49-F238E27FC236}">
                      <a16:creationId xmlns:a16="http://schemas.microsoft.com/office/drawing/2014/main" id="{16F4212F-2B55-2346-9CC3-1E5E49F0D0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Freeform 4946">
                  <a:extLst>
                    <a:ext uri="{FF2B5EF4-FFF2-40B4-BE49-F238E27FC236}">
                      <a16:creationId xmlns:a16="http://schemas.microsoft.com/office/drawing/2014/main" id="{F92E33AE-9A9F-F84D-8F29-64C8AD7652D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Freeform 4942">
                  <a:extLst>
                    <a:ext uri="{FF2B5EF4-FFF2-40B4-BE49-F238E27FC236}">
                      <a16:creationId xmlns:a16="http://schemas.microsoft.com/office/drawing/2014/main" id="{6569671F-739D-A14C-BDA2-5496391278F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Freeform 4944">
                  <a:extLst>
                    <a:ext uri="{FF2B5EF4-FFF2-40B4-BE49-F238E27FC236}">
                      <a16:creationId xmlns:a16="http://schemas.microsoft.com/office/drawing/2014/main" id="{C87F7062-88C0-9C48-9ACC-FC3281C11CA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0" name="组合 160">
                <a:extLst>
                  <a:ext uri="{FF2B5EF4-FFF2-40B4-BE49-F238E27FC236}">
                    <a16:creationId xmlns:a16="http://schemas.microsoft.com/office/drawing/2014/main" id="{9DB51BE4-1061-C44F-99A2-2D7CE7611EB3}"/>
                  </a:ext>
                </a:extLst>
              </p:cNvPr>
              <p:cNvGrpSpPr/>
              <p:nvPr/>
            </p:nvGrpSpPr>
            <p:grpSpPr>
              <a:xfrm>
                <a:off x="5487697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0" name="Freeform 4941">
                  <a:extLst>
                    <a:ext uri="{FF2B5EF4-FFF2-40B4-BE49-F238E27FC236}">
                      <a16:creationId xmlns:a16="http://schemas.microsoft.com/office/drawing/2014/main" id="{EA80A526-5339-5B44-A652-64751678E15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1" name="Freeform 4943">
                  <a:extLst>
                    <a:ext uri="{FF2B5EF4-FFF2-40B4-BE49-F238E27FC236}">
                      <a16:creationId xmlns:a16="http://schemas.microsoft.com/office/drawing/2014/main" id="{4330CF00-6043-3642-94D0-ACDF7350E7A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Freeform 4942">
                  <a:extLst>
                    <a:ext uri="{FF2B5EF4-FFF2-40B4-BE49-F238E27FC236}">
                      <a16:creationId xmlns:a16="http://schemas.microsoft.com/office/drawing/2014/main" id="{C5EDF1F6-9BE4-CB4A-889F-1240E212985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Freeform 4944">
                  <a:extLst>
                    <a:ext uri="{FF2B5EF4-FFF2-40B4-BE49-F238E27FC236}">
                      <a16:creationId xmlns:a16="http://schemas.microsoft.com/office/drawing/2014/main" id="{39F68693-E478-8343-B099-7383AA198F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Freeform 4946">
                  <a:extLst>
                    <a:ext uri="{FF2B5EF4-FFF2-40B4-BE49-F238E27FC236}">
                      <a16:creationId xmlns:a16="http://schemas.microsoft.com/office/drawing/2014/main" id="{92B9469F-DAC5-FC47-9FE6-27372E73CD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Freeform 4942">
                  <a:extLst>
                    <a:ext uri="{FF2B5EF4-FFF2-40B4-BE49-F238E27FC236}">
                      <a16:creationId xmlns:a16="http://schemas.microsoft.com/office/drawing/2014/main" id="{353FCD32-F3B5-0243-A7E2-3A5F846C04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Freeform 4944">
                  <a:extLst>
                    <a:ext uri="{FF2B5EF4-FFF2-40B4-BE49-F238E27FC236}">
                      <a16:creationId xmlns:a16="http://schemas.microsoft.com/office/drawing/2014/main" id="{FCE2C4B9-0420-5847-BE3B-F6D22F124C0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1" name="组合 161">
                <a:extLst>
                  <a:ext uri="{FF2B5EF4-FFF2-40B4-BE49-F238E27FC236}">
                    <a16:creationId xmlns:a16="http://schemas.microsoft.com/office/drawing/2014/main" id="{088557B7-144D-AC44-9DEE-9BBFE836A70B}"/>
                  </a:ext>
                </a:extLst>
              </p:cNvPr>
              <p:cNvGrpSpPr/>
              <p:nvPr/>
            </p:nvGrpSpPr>
            <p:grpSpPr>
              <a:xfrm>
                <a:off x="620860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43" name="Freeform 4941">
                  <a:extLst>
                    <a:ext uri="{FF2B5EF4-FFF2-40B4-BE49-F238E27FC236}">
                      <a16:creationId xmlns:a16="http://schemas.microsoft.com/office/drawing/2014/main" id="{63822339-55DB-DF4E-AF87-E1DD991AAC4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4" name="Freeform 4943">
                  <a:extLst>
                    <a:ext uri="{FF2B5EF4-FFF2-40B4-BE49-F238E27FC236}">
                      <a16:creationId xmlns:a16="http://schemas.microsoft.com/office/drawing/2014/main" id="{8B4C15B6-085B-104F-A4FB-5C520E9569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Freeform 4942">
                  <a:extLst>
                    <a:ext uri="{FF2B5EF4-FFF2-40B4-BE49-F238E27FC236}">
                      <a16:creationId xmlns:a16="http://schemas.microsoft.com/office/drawing/2014/main" id="{F2C6D08D-32EC-A548-BA2B-67C27615F6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Freeform 4944">
                  <a:extLst>
                    <a:ext uri="{FF2B5EF4-FFF2-40B4-BE49-F238E27FC236}">
                      <a16:creationId xmlns:a16="http://schemas.microsoft.com/office/drawing/2014/main" id="{9AA3B3C0-AFD3-474E-AFB0-286E0D1E2F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4946">
                  <a:extLst>
                    <a:ext uri="{FF2B5EF4-FFF2-40B4-BE49-F238E27FC236}">
                      <a16:creationId xmlns:a16="http://schemas.microsoft.com/office/drawing/2014/main" id="{ADB060ED-E926-3741-87C5-B66BD7B190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4942">
                  <a:extLst>
                    <a:ext uri="{FF2B5EF4-FFF2-40B4-BE49-F238E27FC236}">
                      <a16:creationId xmlns:a16="http://schemas.microsoft.com/office/drawing/2014/main" id="{35722CCA-4513-234E-989C-7494EFC457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Freeform 4944">
                  <a:extLst>
                    <a:ext uri="{FF2B5EF4-FFF2-40B4-BE49-F238E27FC236}">
                      <a16:creationId xmlns:a16="http://schemas.microsoft.com/office/drawing/2014/main" id="{6C968D2B-DA87-264A-AF16-F23D80FD987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2" name="组合 162">
                <a:extLst>
                  <a:ext uri="{FF2B5EF4-FFF2-40B4-BE49-F238E27FC236}">
                    <a16:creationId xmlns:a16="http://schemas.microsoft.com/office/drawing/2014/main" id="{5ADC6C20-7621-4C4C-AD74-9FD49250F53F}"/>
                  </a:ext>
                </a:extLst>
              </p:cNvPr>
              <p:cNvGrpSpPr/>
              <p:nvPr/>
            </p:nvGrpSpPr>
            <p:grpSpPr>
              <a:xfrm>
                <a:off x="7222352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36" name="Freeform 4941">
                  <a:extLst>
                    <a:ext uri="{FF2B5EF4-FFF2-40B4-BE49-F238E27FC236}">
                      <a16:creationId xmlns:a16="http://schemas.microsoft.com/office/drawing/2014/main" id="{3D9E77F6-DC81-8242-9F30-1D74D41A002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7" name="Freeform 4943">
                  <a:extLst>
                    <a:ext uri="{FF2B5EF4-FFF2-40B4-BE49-F238E27FC236}">
                      <a16:creationId xmlns:a16="http://schemas.microsoft.com/office/drawing/2014/main" id="{00240395-FEEF-DD47-AE15-002145B2C65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Freeform 4942">
                  <a:extLst>
                    <a:ext uri="{FF2B5EF4-FFF2-40B4-BE49-F238E27FC236}">
                      <a16:creationId xmlns:a16="http://schemas.microsoft.com/office/drawing/2014/main" id="{10CDE45D-9DF6-F240-BD5D-8A4042AE854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Freeform 4944">
                  <a:extLst>
                    <a:ext uri="{FF2B5EF4-FFF2-40B4-BE49-F238E27FC236}">
                      <a16:creationId xmlns:a16="http://schemas.microsoft.com/office/drawing/2014/main" id="{072A221F-8280-2F47-AF3B-2B3A7AA71E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4946">
                  <a:extLst>
                    <a:ext uri="{FF2B5EF4-FFF2-40B4-BE49-F238E27FC236}">
                      <a16:creationId xmlns:a16="http://schemas.microsoft.com/office/drawing/2014/main" id="{C95E1E75-A2C4-6A4C-9F39-2252DFB8E0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Freeform 4942">
                  <a:extLst>
                    <a:ext uri="{FF2B5EF4-FFF2-40B4-BE49-F238E27FC236}">
                      <a16:creationId xmlns:a16="http://schemas.microsoft.com/office/drawing/2014/main" id="{840D232A-D6C5-2D41-9930-F4086BD386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Freeform 4944">
                  <a:extLst>
                    <a:ext uri="{FF2B5EF4-FFF2-40B4-BE49-F238E27FC236}">
                      <a16:creationId xmlns:a16="http://schemas.microsoft.com/office/drawing/2014/main" id="{F95B9BE1-C751-CD49-AB94-8E8ABBA67B4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3" name="组合 163">
                <a:extLst>
                  <a:ext uri="{FF2B5EF4-FFF2-40B4-BE49-F238E27FC236}">
                    <a16:creationId xmlns:a16="http://schemas.microsoft.com/office/drawing/2014/main" id="{3AB76449-A83C-BC48-B682-19F6AE102B02}"/>
                  </a:ext>
                </a:extLst>
              </p:cNvPr>
              <p:cNvGrpSpPr/>
              <p:nvPr/>
            </p:nvGrpSpPr>
            <p:grpSpPr>
              <a:xfrm>
                <a:off x="7943255" y="3392131"/>
                <a:ext cx="527904" cy="870752"/>
                <a:chOff x="797375" y="647186"/>
                <a:chExt cx="860423" cy="1419226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29" name="Freeform 4941">
                  <a:extLst>
                    <a:ext uri="{FF2B5EF4-FFF2-40B4-BE49-F238E27FC236}">
                      <a16:creationId xmlns:a16="http://schemas.microsoft.com/office/drawing/2014/main" id="{8E5D3C96-8C86-C343-B961-53CD447CE2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0" name="Freeform 4943">
                  <a:extLst>
                    <a:ext uri="{FF2B5EF4-FFF2-40B4-BE49-F238E27FC236}">
                      <a16:creationId xmlns:a16="http://schemas.microsoft.com/office/drawing/2014/main" id="{4CB2B3D0-ECD7-6C41-A466-CDA08B7D263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Freeform 4942">
                  <a:extLst>
                    <a:ext uri="{FF2B5EF4-FFF2-40B4-BE49-F238E27FC236}">
                      <a16:creationId xmlns:a16="http://schemas.microsoft.com/office/drawing/2014/main" id="{8211500B-EFD4-A34C-92FA-BDC04495101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Freeform 4944">
                  <a:extLst>
                    <a:ext uri="{FF2B5EF4-FFF2-40B4-BE49-F238E27FC236}">
                      <a16:creationId xmlns:a16="http://schemas.microsoft.com/office/drawing/2014/main" id="{C6E9F7C6-CFAA-1249-8502-985567F57F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Freeform 4946">
                  <a:extLst>
                    <a:ext uri="{FF2B5EF4-FFF2-40B4-BE49-F238E27FC236}">
                      <a16:creationId xmlns:a16="http://schemas.microsoft.com/office/drawing/2014/main" id="{D914F43C-A9EE-5D41-A64B-9243F4DFDF2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Freeform 4942">
                  <a:extLst>
                    <a:ext uri="{FF2B5EF4-FFF2-40B4-BE49-F238E27FC236}">
                      <a16:creationId xmlns:a16="http://schemas.microsoft.com/office/drawing/2014/main" id="{E687092A-2A65-3243-8488-5DD967D76A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Freeform 4944">
                  <a:extLst>
                    <a:ext uri="{FF2B5EF4-FFF2-40B4-BE49-F238E27FC236}">
                      <a16:creationId xmlns:a16="http://schemas.microsoft.com/office/drawing/2014/main" id="{4A60236D-153B-9347-B070-0E7B17F63A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7988C7E0-0696-1B4E-B2E1-3C568CD4CC1B}"/>
                  </a:ext>
                </a:extLst>
              </p:cNvPr>
              <p:cNvSpPr txBox="1"/>
              <p:nvPr/>
            </p:nvSpPr>
            <p:spPr>
              <a:xfrm>
                <a:off x="3607463" y="4364236"/>
                <a:ext cx="1092516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HRS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6DCADFE4-8EE8-BB42-973E-B35D5440E199}"/>
                  </a:ext>
                </a:extLst>
              </p:cNvPr>
              <p:cNvSpPr txBox="1"/>
              <p:nvPr/>
            </p:nvSpPr>
            <p:spPr>
              <a:xfrm>
                <a:off x="5627644" y="4434298"/>
                <a:ext cx="1072343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MINS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9D62EDDF-BE14-084A-AF78-4B0D74D48D3F}"/>
                  </a:ext>
                </a:extLst>
              </p:cNvPr>
              <p:cNvSpPr txBox="1"/>
              <p:nvPr/>
            </p:nvSpPr>
            <p:spPr>
              <a:xfrm>
                <a:off x="7551229" y="4364232"/>
                <a:ext cx="1072488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SECS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F62891D5-52FC-184A-9903-C5C7824A21F1}"/>
                  </a:ext>
                </a:extLst>
              </p:cNvPr>
              <p:cNvSpPr txBox="1"/>
              <p:nvPr/>
            </p:nvSpPr>
            <p:spPr>
              <a:xfrm>
                <a:off x="4998128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9A81F8BC-1C3D-9242-B56F-C0D8770F1885}"/>
                  </a:ext>
                </a:extLst>
              </p:cNvPr>
              <p:cNvSpPr txBox="1"/>
              <p:nvPr/>
            </p:nvSpPr>
            <p:spPr>
              <a:xfrm>
                <a:off x="6723356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9697A0B0-B8C8-B940-A626-2B6894E9D7C1}"/>
                </a:ext>
              </a:extLst>
            </p:cNvPr>
            <p:cNvSpPr txBox="1"/>
            <p:nvPr/>
          </p:nvSpPr>
          <p:spPr>
            <a:xfrm>
              <a:off x="9983975" y="5624048"/>
              <a:ext cx="1903145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6CF2E2"/>
                  </a:solidFill>
                </a:rPr>
                <a:t>5</a:t>
              </a:r>
              <a:r>
                <a:rPr lang="zh-CN" altLang="en-US" sz="1600" dirty="0">
                  <a:solidFill>
                    <a:srgbClr val="6CF2E2"/>
                  </a:solidFill>
                </a:rPr>
                <a:t>分钟限</a:t>
              </a:r>
              <a:r>
                <a:rPr kumimoji="0" lang="zh-CN" altLang="en-US" sz="1600" b="0" i="0" u="none" strike="noStrike" cap="none" spc="0" normalizeH="0" baseline="0" dirty="0">
                  <a:ln>
                    <a:noFill/>
                  </a:ln>
                  <a:solidFill>
                    <a:srgbClr val="6CF2E2"/>
                  </a:solidFill>
                  <a:effectLst/>
                  <a:uFillTx/>
                  <a:latin typeface="+mn-lt"/>
                  <a:ea typeface="+mn-ea"/>
                  <a:cs typeface="+mn-cs"/>
                  <a:sym typeface="Calibri" panose="020F0502020204030204"/>
                </a:rPr>
                <a:t>时记忆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29525466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17DE07C4-7C0D-8D48-A884-7EF80375C434}"/>
              </a:ext>
            </a:extLst>
          </p:cNvPr>
          <p:cNvSpPr txBox="1"/>
          <p:nvPr/>
        </p:nvSpPr>
        <p:spPr>
          <a:xfrm>
            <a:off x="3251145" y="1982452"/>
            <a:ext cx="5689710" cy="1446548"/>
          </a:xfrm>
          <a:prstGeom prst="rect">
            <a:avLst/>
          </a:prstGeom>
          <a:gradFill>
            <a:gsLst>
              <a:gs pos="75000">
                <a:srgbClr val="9B47E6"/>
              </a:gs>
              <a:gs pos="0">
                <a:srgbClr val="49216D"/>
              </a:gs>
            </a:gsLst>
            <a:lin ang="2700000" scaled="1"/>
          </a:gra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800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Microsoft YaHei" panose="020B0503020204020204" pitchFamily="34" charset="-122"/>
                <a:ea typeface="Microsoft YaHei" panose="020B0503020204020204" pitchFamily="34" charset="-122"/>
                <a:sym typeface="Calibri" panose="020F0502020204030204"/>
              </a:rPr>
              <a:t>扑克牌记忆</a:t>
            </a:r>
            <a:endParaRPr kumimoji="0" lang="zh-CN" altLang="en-US" sz="88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Calibri" panose="020F0502020204030204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AD3F783-EC70-B547-88E9-D6599F548D73}"/>
              </a:ext>
            </a:extLst>
          </p:cNvPr>
          <p:cNvSpPr txBox="1"/>
          <p:nvPr/>
        </p:nvSpPr>
        <p:spPr>
          <a:xfrm>
            <a:off x="114776" y="367371"/>
            <a:ext cx="4811076" cy="646329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3600" dirty="0">
                <a:ea typeface="微软雅黑" charset="0"/>
              </a:rPr>
              <a:t>高阶练习                        </a:t>
            </a:r>
            <a:endParaRPr lang="en-US" altLang="zh-CN" sz="3600" b="1" dirty="0">
              <a:ea typeface="微软雅黑" charset="0"/>
            </a:endParaRPr>
          </a:p>
        </p:txBody>
      </p:sp>
      <p:pic>
        <p:nvPicPr>
          <p:cNvPr id="11" name="图形 10" descr="星星">
            <a:extLst>
              <a:ext uri="{FF2B5EF4-FFF2-40B4-BE49-F238E27FC236}">
                <a16:creationId xmlns:a16="http://schemas.microsoft.com/office/drawing/2014/main" id="{F5DC118E-A9D5-AF48-8068-1396D6966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063114" y="202347"/>
            <a:ext cx="914400" cy="914400"/>
          </a:xfrm>
          <a:prstGeom prst="rect">
            <a:avLst/>
          </a:prstGeom>
        </p:spPr>
      </p:pic>
      <p:pic>
        <p:nvPicPr>
          <p:cNvPr id="12" name="图形 11" descr="星星">
            <a:extLst>
              <a:ext uri="{FF2B5EF4-FFF2-40B4-BE49-F238E27FC236}">
                <a16:creationId xmlns:a16="http://schemas.microsoft.com/office/drawing/2014/main" id="{AF2FD8D1-BFDB-3340-8B32-55B0E4E334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5916" y="202347"/>
            <a:ext cx="914400" cy="914400"/>
          </a:xfrm>
          <a:prstGeom prst="rect">
            <a:avLst/>
          </a:prstGeom>
        </p:spPr>
      </p:pic>
      <p:pic>
        <p:nvPicPr>
          <p:cNvPr id="14" name="图形 13" descr="星星">
            <a:extLst>
              <a:ext uri="{FF2B5EF4-FFF2-40B4-BE49-F238E27FC236}">
                <a16:creationId xmlns:a16="http://schemas.microsoft.com/office/drawing/2014/main" id="{6D0D543E-6AC1-E745-8F1E-51267BE4E1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81068" y="212830"/>
            <a:ext cx="914400" cy="914400"/>
          </a:xfrm>
          <a:prstGeom prst="rect">
            <a:avLst/>
          </a:prstGeom>
        </p:spPr>
      </p:pic>
      <p:sp>
        <p:nvSpPr>
          <p:cNvPr id="20" name="文本框 19">
            <a:extLst>
              <a:ext uri="{FF2B5EF4-FFF2-40B4-BE49-F238E27FC236}">
                <a16:creationId xmlns:a16="http://schemas.microsoft.com/office/drawing/2014/main" id="{4EB9A07E-1F04-8947-AD65-998E9E0AEC3B}"/>
              </a:ext>
            </a:extLst>
          </p:cNvPr>
          <p:cNvSpPr txBox="1"/>
          <p:nvPr/>
        </p:nvSpPr>
        <p:spPr>
          <a:xfrm>
            <a:off x="5362574" y="4284222"/>
            <a:ext cx="1466851" cy="769439"/>
          </a:xfrm>
          <a:prstGeom prst="rect">
            <a:avLst/>
          </a:prstGeom>
          <a:gradFill>
            <a:gsLst>
              <a:gs pos="75000">
                <a:srgbClr val="9B47E6"/>
              </a:gs>
              <a:gs pos="0">
                <a:srgbClr val="49216D"/>
              </a:gs>
            </a:gsLst>
            <a:lin ang="2700000" scaled="1"/>
          </a:gradFill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en-US" altLang="zh-CN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28</a:t>
            </a:r>
            <a:r>
              <a:rPr lang="zh-CN" altLang="en-US" sz="4400" b="1" dirty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张</a:t>
            </a:r>
            <a:endParaRPr kumimoji="0" lang="zh-CN" altLang="en-US" sz="4400" b="0" i="0" u="none" strike="noStrike" cap="none" spc="0" normalizeH="0" baseline="0" dirty="0">
              <a:ln>
                <a:noFill/>
              </a:ln>
              <a:solidFill>
                <a:schemeClr val="bg1"/>
              </a:solidFill>
              <a:effectLst/>
              <a:uFillTx/>
              <a:sym typeface="Calibri" panose="020F0502020204030204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6F457832-7695-724D-836C-21F6345D2A94}"/>
              </a:ext>
            </a:extLst>
          </p:cNvPr>
          <p:cNvGrpSpPr/>
          <p:nvPr/>
        </p:nvGrpSpPr>
        <p:grpSpPr>
          <a:xfrm>
            <a:off x="9277192" y="126364"/>
            <a:ext cx="2842871" cy="1153003"/>
            <a:chOff x="9225522" y="5624048"/>
            <a:chExt cx="2842871" cy="1153003"/>
          </a:xfrm>
        </p:grpSpPr>
        <p:grpSp>
          <p:nvGrpSpPr>
            <p:cNvPr id="9" name="组合 154">
              <a:extLst>
                <a:ext uri="{FF2B5EF4-FFF2-40B4-BE49-F238E27FC236}">
                  <a16:creationId xmlns:a16="http://schemas.microsoft.com/office/drawing/2014/main" id="{8608F127-6F85-CD4A-A359-2298C6FA9EE0}"/>
                </a:ext>
              </a:extLst>
            </p:cNvPr>
            <p:cNvGrpSpPr/>
            <p:nvPr/>
          </p:nvGrpSpPr>
          <p:grpSpPr>
            <a:xfrm>
              <a:off x="9225522" y="5699394"/>
              <a:ext cx="2842871" cy="1077657"/>
              <a:chOff x="2156692" y="1940704"/>
              <a:chExt cx="7878617" cy="4295712"/>
            </a:xfrm>
          </p:grpSpPr>
          <p:grpSp>
            <p:nvGrpSpPr>
              <p:cNvPr id="15" name="组合 155">
                <a:extLst>
                  <a:ext uri="{FF2B5EF4-FFF2-40B4-BE49-F238E27FC236}">
                    <a16:creationId xmlns:a16="http://schemas.microsoft.com/office/drawing/2014/main" id="{00148C97-5281-7047-A7D3-06680D42F4EC}"/>
                  </a:ext>
                </a:extLst>
              </p:cNvPr>
              <p:cNvGrpSpPr/>
              <p:nvPr/>
            </p:nvGrpSpPr>
            <p:grpSpPr>
              <a:xfrm>
                <a:off x="2156692" y="3240109"/>
                <a:ext cx="7878617" cy="2996307"/>
                <a:chOff x="2037346" y="2277980"/>
                <a:chExt cx="8117307" cy="3625534"/>
              </a:xfrm>
            </p:grpSpPr>
            <p:pic>
              <p:nvPicPr>
                <p:cNvPr id="72" name="图片 71">
                  <a:extLst>
                    <a:ext uri="{FF2B5EF4-FFF2-40B4-BE49-F238E27FC236}">
                      <a16:creationId xmlns:a16="http://schemas.microsoft.com/office/drawing/2014/main" id="{D2584358-090F-3848-B823-CDCFF3C5AB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 flipH="1">
                  <a:off x="2037346" y="2277980"/>
                  <a:ext cx="4074695" cy="3625533"/>
                </a:xfrm>
                <a:prstGeom prst="rect">
                  <a:avLst/>
                </a:prstGeom>
              </p:spPr>
            </p:pic>
            <p:pic>
              <p:nvPicPr>
                <p:cNvPr id="73" name="图片 72">
                  <a:extLst>
                    <a:ext uri="{FF2B5EF4-FFF2-40B4-BE49-F238E27FC236}">
                      <a16:creationId xmlns:a16="http://schemas.microsoft.com/office/drawing/2014/main" id="{886BEE87-D534-E045-B9C7-711550A4788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79958" y="2277980"/>
                  <a:ext cx="4074695" cy="3625534"/>
                </a:xfrm>
                <a:prstGeom prst="rect">
                  <a:avLst/>
                </a:prstGeom>
              </p:spPr>
            </p:pic>
          </p:grpSp>
          <p:sp>
            <p:nvSpPr>
              <p:cNvPr id="16" name="矩形 15">
                <a:extLst>
                  <a:ext uri="{FF2B5EF4-FFF2-40B4-BE49-F238E27FC236}">
                    <a16:creationId xmlns:a16="http://schemas.microsoft.com/office/drawing/2014/main" id="{12BBC262-62FE-144A-835D-33F3E2D9CD34}"/>
                  </a:ext>
                </a:extLst>
              </p:cNvPr>
              <p:cNvSpPr/>
              <p:nvPr/>
            </p:nvSpPr>
            <p:spPr>
              <a:xfrm>
                <a:off x="2221938" y="1940704"/>
                <a:ext cx="7748125" cy="3888535"/>
              </a:xfrm>
              <a:prstGeom prst="rect">
                <a:avLst/>
              </a:prstGeom>
              <a:solidFill>
                <a:srgbClr val="282E3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17" name="矩形: 圆角 157">
                <a:extLst>
                  <a:ext uri="{FF2B5EF4-FFF2-40B4-BE49-F238E27FC236}">
                    <a16:creationId xmlns:a16="http://schemas.microsoft.com/office/drawing/2014/main" id="{410276AE-9301-F448-ABE4-05085BAF05DB}"/>
                  </a:ext>
                </a:extLst>
              </p:cNvPr>
              <p:cNvSpPr/>
              <p:nvPr/>
            </p:nvSpPr>
            <p:spPr>
              <a:xfrm>
                <a:off x="3139736" y="2851610"/>
                <a:ext cx="5912528" cy="1857198"/>
              </a:xfrm>
              <a:prstGeom prst="roundRect">
                <a:avLst>
                  <a:gd name="adj" fmla="val 6039"/>
                </a:avLst>
              </a:prstGeom>
              <a:solidFill>
                <a:srgbClr val="10152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F0502020204030204"/>
                  <a:ea typeface="等线" panose="02010600030101010101" pitchFamily="2" charset="-122"/>
                  <a:cs typeface="+mn-cs"/>
                </a:endParaRPr>
              </a:p>
            </p:txBody>
          </p:sp>
          <p:grpSp>
            <p:nvGrpSpPr>
              <p:cNvPr id="18" name="组合 158">
                <a:extLst>
                  <a:ext uri="{FF2B5EF4-FFF2-40B4-BE49-F238E27FC236}">
                    <a16:creationId xmlns:a16="http://schemas.microsoft.com/office/drawing/2014/main" id="{EFC999FA-200F-1C47-BE23-3D58D7B087F2}"/>
                  </a:ext>
                </a:extLst>
              </p:cNvPr>
              <p:cNvGrpSpPr/>
              <p:nvPr/>
            </p:nvGrpSpPr>
            <p:grpSpPr>
              <a:xfrm>
                <a:off x="371415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65" name="Freeform 4941">
                  <a:extLst>
                    <a:ext uri="{FF2B5EF4-FFF2-40B4-BE49-F238E27FC236}">
                      <a16:creationId xmlns:a16="http://schemas.microsoft.com/office/drawing/2014/main" id="{28B14E09-0131-934E-A763-6E24B336F31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6" name="Freeform 4943">
                  <a:extLst>
                    <a:ext uri="{FF2B5EF4-FFF2-40B4-BE49-F238E27FC236}">
                      <a16:creationId xmlns:a16="http://schemas.microsoft.com/office/drawing/2014/main" id="{86C55FDD-04D0-EC46-95BD-3C445B34C97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7" name="Freeform 4942">
                  <a:extLst>
                    <a:ext uri="{FF2B5EF4-FFF2-40B4-BE49-F238E27FC236}">
                      <a16:creationId xmlns:a16="http://schemas.microsoft.com/office/drawing/2014/main" id="{48E64D05-6FA8-8041-BF9B-7A87770D6C8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8" name="Freeform 4944">
                  <a:extLst>
                    <a:ext uri="{FF2B5EF4-FFF2-40B4-BE49-F238E27FC236}">
                      <a16:creationId xmlns:a16="http://schemas.microsoft.com/office/drawing/2014/main" id="{D724A364-CE3D-A140-A42D-44CA2A237E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9" name="Freeform 4946">
                  <a:extLst>
                    <a:ext uri="{FF2B5EF4-FFF2-40B4-BE49-F238E27FC236}">
                      <a16:creationId xmlns:a16="http://schemas.microsoft.com/office/drawing/2014/main" id="{7D43D142-1FD2-9249-9F7C-36C038FFC9F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0" name="Freeform 4942">
                  <a:extLst>
                    <a:ext uri="{FF2B5EF4-FFF2-40B4-BE49-F238E27FC236}">
                      <a16:creationId xmlns:a16="http://schemas.microsoft.com/office/drawing/2014/main" id="{CB36AD0B-F13D-2E4F-B414-D677FA7225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71" name="Freeform 4944">
                  <a:extLst>
                    <a:ext uri="{FF2B5EF4-FFF2-40B4-BE49-F238E27FC236}">
                      <a16:creationId xmlns:a16="http://schemas.microsoft.com/office/drawing/2014/main" id="{CCF81420-2E43-3343-96EA-8BDBF491DC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19" name="组合 159">
                <a:extLst>
                  <a:ext uri="{FF2B5EF4-FFF2-40B4-BE49-F238E27FC236}">
                    <a16:creationId xmlns:a16="http://schemas.microsoft.com/office/drawing/2014/main" id="{2BB49FD0-C827-5648-B196-946836E4C9DF}"/>
                  </a:ext>
                </a:extLst>
              </p:cNvPr>
              <p:cNvGrpSpPr/>
              <p:nvPr/>
            </p:nvGrpSpPr>
            <p:grpSpPr>
              <a:xfrm>
                <a:off x="4435053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8" name="Freeform 4941">
                  <a:extLst>
                    <a:ext uri="{FF2B5EF4-FFF2-40B4-BE49-F238E27FC236}">
                      <a16:creationId xmlns:a16="http://schemas.microsoft.com/office/drawing/2014/main" id="{F148EC16-A2ED-7342-9A73-A779CDD63A6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9" name="Freeform 4943">
                  <a:extLst>
                    <a:ext uri="{FF2B5EF4-FFF2-40B4-BE49-F238E27FC236}">
                      <a16:creationId xmlns:a16="http://schemas.microsoft.com/office/drawing/2014/main" id="{885D4E84-5A66-3541-82A9-825DEAA05D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0" name="Freeform 4942">
                  <a:extLst>
                    <a:ext uri="{FF2B5EF4-FFF2-40B4-BE49-F238E27FC236}">
                      <a16:creationId xmlns:a16="http://schemas.microsoft.com/office/drawing/2014/main" id="{79B5EA45-C183-0340-8EFC-FDE07BB1B9B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1" name="Freeform 4944">
                  <a:extLst>
                    <a:ext uri="{FF2B5EF4-FFF2-40B4-BE49-F238E27FC236}">
                      <a16:creationId xmlns:a16="http://schemas.microsoft.com/office/drawing/2014/main" id="{2F807775-EFD3-6C4E-B79E-8E34987A83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2" name="Freeform 4946">
                  <a:extLst>
                    <a:ext uri="{FF2B5EF4-FFF2-40B4-BE49-F238E27FC236}">
                      <a16:creationId xmlns:a16="http://schemas.microsoft.com/office/drawing/2014/main" id="{30C5A3A7-14E2-134C-B741-5DC72D75BA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3" name="Freeform 4942">
                  <a:extLst>
                    <a:ext uri="{FF2B5EF4-FFF2-40B4-BE49-F238E27FC236}">
                      <a16:creationId xmlns:a16="http://schemas.microsoft.com/office/drawing/2014/main" id="{9DCE4A8D-79FA-4B44-ADFA-73B02B7B1F1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64" name="Freeform 4944">
                  <a:extLst>
                    <a:ext uri="{FF2B5EF4-FFF2-40B4-BE49-F238E27FC236}">
                      <a16:creationId xmlns:a16="http://schemas.microsoft.com/office/drawing/2014/main" id="{201190A8-BCBC-BA40-A94C-25AB5422B0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1" name="组合 160">
                <a:extLst>
                  <a:ext uri="{FF2B5EF4-FFF2-40B4-BE49-F238E27FC236}">
                    <a16:creationId xmlns:a16="http://schemas.microsoft.com/office/drawing/2014/main" id="{DBBE17A3-CF34-9B46-95E5-D1605203AA41}"/>
                  </a:ext>
                </a:extLst>
              </p:cNvPr>
              <p:cNvGrpSpPr/>
              <p:nvPr/>
            </p:nvGrpSpPr>
            <p:grpSpPr>
              <a:xfrm>
                <a:off x="5487697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51" name="Freeform 4941">
                  <a:extLst>
                    <a:ext uri="{FF2B5EF4-FFF2-40B4-BE49-F238E27FC236}">
                      <a16:creationId xmlns:a16="http://schemas.microsoft.com/office/drawing/2014/main" id="{B396D7A6-6332-2540-A755-713EFBAD92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2" name="Freeform 4943">
                  <a:extLst>
                    <a:ext uri="{FF2B5EF4-FFF2-40B4-BE49-F238E27FC236}">
                      <a16:creationId xmlns:a16="http://schemas.microsoft.com/office/drawing/2014/main" id="{A5A20A11-4B28-AD4D-8041-63D0B62B8D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3" name="Freeform 4942">
                  <a:extLst>
                    <a:ext uri="{FF2B5EF4-FFF2-40B4-BE49-F238E27FC236}">
                      <a16:creationId xmlns:a16="http://schemas.microsoft.com/office/drawing/2014/main" id="{531A1EB2-4A4F-CE4F-B13C-242D52B2F8F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4" name="Freeform 4944">
                  <a:extLst>
                    <a:ext uri="{FF2B5EF4-FFF2-40B4-BE49-F238E27FC236}">
                      <a16:creationId xmlns:a16="http://schemas.microsoft.com/office/drawing/2014/main" id="{69864512-B54F-824D-BA0F-6E672716A12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5" name="Freeform 4946">
                  <a:extLst>
                    <a:ext uri="{FF2B5EF4-FFF2-40B4-BE49-F238E27FC236}">
                      <a16:creationId xmlns:a16="http://schemas.microsoft.com/office/drawing/2014/main" id="{75F1916A-3671-6249-A148-C6B87840222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6" name="Freeform 4942">
                  <a:extLst>
                    <a:ext uri="{FF2B5EF4-FFF2-40B4-BE49-F238E27FC236}">
                      <a16:creationId xmlns:a16="http://schemas.microsoft.com/office/drawing/2014/main" id="{DA244F3B-84CA-F248-9E4A-18B0CE72E6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7" name="Freeform 4944">
                  <a:extLst>
                    <a:ext uri="{FF2B5EF4-FFF2-40B4-BE49-F238E27FC236}">
                      <a16:creationId xmlns:a16="http://schemas.microsoft.com/office/drawing/2014/main" id="{655F8911-22CC-2949-9422-C2E911B80F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2" name="组合 161">
                <a:extLst>
                  <a:ext uri="{FF2B5EF4-FFF2-40B4-BE49-F238E27FC236}">
                    <a16:creationId xmlns:a16="http://schemas.microsoft.com/office/drawing/2014/main" id="{E5ACD2E4-5BA0-1240-B5C4-319F88F1AD0A}"/>
                  </a:ext>
                </a:extLst>
              </p:cNvPr>
              <p:cNvGrpSpPr/>
              <p:nvPr/>
            </p:nvGrpSpPr>
            <p:grpSpPr>
              <a:xfrm>
                <a:off x="6208600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44" name="Freeform 4941">
                  <a:extLst>
                    <a:ext uri="{FF2B5EF4-FFF2-40B4-BE49-F238E27FC236}">
                      <a16:creationId xmlns:a16="http://schemas.microsoft.com/office/drawing/2014/main" id="{AE1E9FF0-7F53-1D41-9704-1FA14BE0068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5" name="Freeform 4943">
                  <a:extLst>
                    <a:ext uri="{FF2B5EF4-FFF2-40B4-BE49-F238E27FC236}">
                      <a16:creationId xmlns:a16="http://schemas.microsoft.com/office/drawing/2014/main" id="{52441E7E-0D84-F64F-A5DF-4021FB78D5B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6" name="Freeform 4942">
                  <a:extLst>
                    <a:ext uri="{FF2B5EF4-FFF2-40B4-BE49-F238E27FC236}">
                      <a16:creationId xmlns:a16="http://schemas.microsoft.com/office/drawing/2014/main" id="{AC011F4E-7AD5-4F40-8CE8-9FCD0AA6BD9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7" name="Freeform 4944">
                  <a:extLst>
                    <a:ext uri="{FF2B5EF4-FFF2-40B4-BE49-F238E27FC236}">
                      <a16:creationId xmlns:a16="http://schemas.microsoft.com/office/drawing/2014/main" id="{4DFFFE87-DCBF-7443-8622-B6222013197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8" name="Freeform 4946">
                  <a:extLst>
                    <a:ext uri="{FF2B5EF4-FFF2-40B4-BE49-F238E27FC236}">
                      <a16:creationId xmlns:a16="http://schemas.microsoft.com/office/drawing/2014/main" id="{1051DAB3-65F0-F547-93BE-79B3133EB58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9" name="Freeform 4942">
                  <a:extLst>
                    <a:ext uri="{FF2B5EF4-FFF2-40B4-BE49-F238E27FC236}">
                      <a16:creationId xmlns:a16="http://schemas.microsoft.com/office/drawing/2014/main" id="{433936EF-16E5-D94A-B518-63E6AF75841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10152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50" name="Freeform 4944">
                  <a:extLst>
                    <a:ext uri="{FF2B5EF4-FFF2-40B4-BE49-F238E27FC236}">
                      <a16:creationId xmlns:a16="http://schemas.microsoft.com/office/drawing/2014/main" id="{70440560-0050-3545-AFC0-40FB47DFA0B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3" name="组合 162">
                <a:extLst>
                  <a:ext uri="{FF2B5EF4-FFF2-40B4-BE49-F238E27FC236}">
                    <a16:creationId xmlns:a16="http://schemas.microsoft.com/office/drawing/2014/main" id="{9E42B646-AD55-4440-8DF6-9922CF1C36BD}"/>
                  </a:ext>
                </a:extLst>
              </p:cNvPr>
              <p:cNvGrpSpPr/>
              <p:nvPr/>
            </p:nvGrpSpPr>
            <p:grpSpPr>
              <a:xfrm>
                <a:off x="7222352" y="3392131"/>
                <a:ext cx="527904" cy="870752"/>
                <a:chOff x="797375" y="647186"/>
                <a:chExt cx="860423" cy="1419226"/>
              </a:xfrm>
              <a:solidFill>
                <a:srgbClr val="25F1E1"/>
              </a:solidFill>
            </p:grpSpPr>
            <p:sp>
              <p:nvSpPr>
                <p:cNvPr id="37" name="Freeform 4941">
                  <a:extLst>
                    <a:ext uri="{FF2B5EF4-FFF2-40B4-BE49-F238E27FC236}">
                      <a16:creationId xmlns:a16="http://schemas.microsoft.com/office/drawing/2014/main" id="{B265582B-F0B2-254C-BFEE-2CB6B82179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8" name="Freeform 4943">
                  <a:extLst>
                    <a:ext uri="{FF2B5EF4-FFF2-40B4-BE49-F238E27FC236}">
                      <a16:creationId xmlns:a16="http://schemas.microsoft.com/office/drawing/2014/main" id="{0C5BB24C-9E3A-3548-B243-23D3402530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>
                    <a:lumMod val="85000"/>
                    <a:lumOff val="15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9" name="Freeform 4942">
                  <a:extLst>
                    <a:ext uri="{FF2B5EF4-FFF2-40B4-BE49-F238E27FC236}">
                      <a16:creationId xmlns:a16="http://schemas.microsoft.com/office/drawing/2014/main" id="{4695A2F5-753B-654E-A3A2-9C5E3B5AC0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0" name="Freeform 4944">
                  <a:extLst>
                    <a:ext uri="{FF2B5EF4-FFF2-40B4-BE49-F238E27FC236}">
                      <a16:creationId xmlns:a16="http://schemas.microsoft.com/office/drawing/2014/main" id="{5A0C7A2D-C6EB-714A-A88A-926DB23B422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1" name="Freeform 4946">
                  <a:extLst>
                    <a:ext uri="{FF2B5EF4-FFF2-40B4-BE49-F238E27FC236}">
                      <a16:creationId xmlns:a16="http://schemas.microsoft.com/office/drawing/2014/main" id="{5BDAA280-DE47-CD4E-AAA7-3DFAC4977B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2" name="Freeform 4942">
                  <a:extLst>
                    <a:ext uri="{FF2B5EF4-FFF2-40B4-BE49-F238E27FC236}">
                      <a16:creationId xmlns:a16="http://schemas.microsoft.com/office/drawing/2014/main" id="{10041258-1746-ED44-8901-D0BAE4A147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43" name="Freeform 4944">
                  <a:extLst>
                    <a:ext uri="{FF2B5EF4-FFF2-40B4-BE49-F238E27FC236}">
                      <a16:creationId xmlns:a16="http://schemas.microsoft.com/office/drawing/2014/main" id="{4AE26C2D-2396-4343-B6C0-2887DCBA7A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grpSp>
            <p:nvGrpSpPr>
              <p:cNvPr id="24" name="组合 163">
                <a:extLst>
                  <a:ext uri="{FF2B5EF4-FFF2-40B4-BE49-F238E27FC236}">
                    <a16:creationId xmlns:a16="http://schemas.microsoft.com/office/drawing/2014/main" id="{2318D48A-B8FE-F14C-9CE0-F72CA118F7C5}"/>
                  </a:ext>
                </a:extLst>
              </p:cNvPr>
              <p:cNvGrpSpPr/>
              <p:nvPr/>
            </p:nvGrpSpPr>
            <p:grpSpPr>
              <a:xfrm>
                <a:off x="7943255" y="3392131"/>
                <a:ext cx="527904" cy="870752"/>
                <a:chOff x="797375" y="647186"/>
                <a:chExt cx="860423" cy="1419226"/>
              </a:xfrm>
              <a:solidFill>
                <a:schemeClr val="tx1">
                  <a:lumMod val="85000"/>
                  <a:lumOff val="15000"/>
                </a:schemeClr>
              </a:solidFill>
            </p:grpSpPr>
            <p:sp>
              <p:nvSpPr>
                <p:cNvPr id="30" name="Freeform 4941">
                  <a:extLst>
                    <a:ext uri="{FF2B5EF4-FFF2-40B4-BE49-F238E27FC236}">
                      <a16:creationId xmlns:a16="http://schemas.microsoft.com/office/drawing/2014/main" id="{CC6B381E-21E4-6D49-B28C-405C70A886F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647186"/>
                  <a:ext cx="796924" cy="155575"/>
                </a:xfrm>
                <a:custGeom>
                  <a:avLst/>
                  <a:gdLst>
                    <a:gd name="T0" fmla="*/ 0 w 366"/>
                    <a:gd name="T1" fmla="*/ 0 h 72"/>
                    <a:gd name="T2" fmla="*/ 366 w 366"/>
                    <a:gd name="T3" fmla="*/ 0 h 72"/>
                    <a:gd name="T4" fmla="*/ 299 w 366"/>
                    <a:gd name="T5" fmla="*/ 68 h 72"/>
                    <a:gd name="T6" fmla="*/ 284 w 366"/>
                    <a:gd name="T7" fmla="*/ 71 h 72"/>
                    <a:gd name="T8" fmla="*/ 69 w 366"/>
                    <a:gd name="T9" fmla="*/ 71 h 72"/>
                    <a:gd name="T10" fmla="*/ 0 w 366"/>
                    <a:gd name="T11" fmla="*/ 0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366" h="72">
                      <a:moveTo>
                        <a:pt x="0" y="0"/>
                      </a:moveTo>
                      <a:cubicBezTo>
                        <a:pt x="122" y="0"/>
                        <a:pt x="244" y="0"/>
                        <a:pt x="366" y="0"/>
                      </a:cubicBezTo>
                      <a:cubicBezTo>
                        <a:pt x="343" y="23"/>
                        <a:pt x="321" y="45"/>
                        <a:pt x="299" y="68"/>
                      </a:cubicBezTo>
                      <a:cubicBezTo>
                        <a:pt x="296" y="72"/>
                        <a:pt x="289" y="70"/>
                        <a:pt x="284" y="71"/>
                      </a:cubicBezTo>
                      <a:cubicBezTo>
                        <a:pt x="213" y="71"/>
                        <a:pt x="141" y="71"/>
                        <a:pt x="69" y="71"/>
                      </a:cubicBezTo>
                      <a:cubicBezTo>
                        <a:pt x="46" y="47"/>
                        <a:pt x="23" y="24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1" name="Freeform 4943">
                  <a:extLst>
                    <a:ext uri="{FF2B5EF4-FFF2-40B4-BE49-F238E27FC236}">
                      <a16:creationId xmlns:a16="http://schemas.microsoft.com/office/drawing/2014/main" id="{FCCA0F72-44FC-5241-A9D9-1A3022C7FF8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87069" y="1294886"/>
                  <a:ext cx="684211" cy="155575"/>
                </a:xfrm>
                <a:custGeom>
                  <a:avLst/>
                  <a:gdLst>
                    <a:gd name="T0" fmla="*/ 0 w 314"/>
                    <a:gd name="T1" fmla="*/ 31 h 72"/>
                    <a:gd name="T2" fmla="*/ 34 w 314"/>
                    <a:gd name="T3" fmla="*/ 0 h 72"/>
                    <a:gd name="T4" fmla="*/ 279 w 314"/>
                    <a:gd name="T5" fmla="*/ 0 h 72"/>
                    <a:gd name="T6" fmla="*/ 314 w 314"/>
                    <a:gd name="T7" fmla="*/ 31 h 72"/>
                    <a:gd name="T8" fmla="*/ 279 w 314"/>
                    <a:gd name="T9" fmla="*/ 71 h 72"/>
                    <a:gd name="T10" fmla="*/ 35 w 314"/>
                    <a:gd name="T11" fmla="*/ 71 h 72"/>
                    <a:gd name="T12" fmla="*/ 0 w 314"/>
                    <a:gd name="T13" fmla="*/ 31 h 7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314" h="72">
                      <a:moveTo>
                        <a:pt x="0" y="31"/>
                      </a:moveTo>
                      <a:cubicBezTo>
                        <a:pt x="11" y="21"/>
                        <a:pt x="23" y="11"/>
                        <a:pt x="34" y="0"/>
                      </a:cubicBezTo>
                      <a:cubicBezTo>
                        <a:pt x="116" y="0"/>
                        <a:pt x="197" y="1"/>
                        <a:pt x="279" y="0"/>
                      </a:cubicBezTo>
                      <a:cubicBezTo>
                        <a:pt x="291" y="10"/>
                        <a:pt x="302" y="21"/>
                        <a:pt x="314" y="31"/>
                      </a:cubicBezTo>
                      <a:cubicBezTo>
                        <a:pt x="303" y="44"/>
                        <a:pt x="291" y="58"/>
                        <a:pt x="279" y="71"/>
                      </a:cubicBezTo>
                      <a:cubicBezTo>
                        <a:pt x="197" y="72"/>
                        <a:pt x="116" y="71"/>
                        <a:pt x="35" y="71"/>
                      </a:cubicBezTo>
                      <a:cubicBezTo>
                        <a:pt x="23" y="58"/>
                        <a:pt x="11" y="44"/>
                        <a:pt x="0" y="31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2" name="Freeform 4942">
                  <a:extLst>
                    <a:ext uri="{FF2B5EF4-FFF2-40B4-BE49-F238E27FC236}">
                      <a16:creationId xmlns:a16="http://schemas.microsoft.com/office/drawing/2014/main" id="{F55A67AC-2CAC-E541-83EC-A640817AD9E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00550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3" name="Freeform 4944">
                  <a:extLst>
                    <a:ext uri="{FF2B5EF4-FFF2-40B4-BE49-F238E27FC236}">
                      <a16:creationId xmlns:a16="http://schemas.microsoft.com/office/drawing/2014/main" id="{2FE891EC-3E69-914F-BBB5-4E34A70C98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97375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4" name="Freeform 4946">
                  <a:extLst>
                    <a:ext uri="{FF2B5EF4-FFF2-40B4-BE49-F238E27FC236}">
                      <a16:creationId xmlns:a16="http://schemas.microsoft.com/office/drawing/2014/main" id="{15E11F5A-6401-CA48-B9A5-E2579CBAC9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30712" y="1915599"/>
                  <a:ext cx="796924" cy="150813"/>
                </a:xfrm>
                <a:custGeom>
                  <a:avLst/>
                  <a:gdLst>
                    <a:gd name="T0" fmla="*/ 0 w 366"/>
                    <a:gd name="T1" fmla="*/ 70 h 70"/>
                    <a:gd name="T2" fmla="*/ 69 w 366"/>
                    <a:gd name="T3" fmla="*/ 0 h 70"/>
                    <a:gd name="T4" fmla="*/ 296 w 366"/>
                    <a:gd name="T5" fmla="*/ 0 h 70"/>
                    <a:gd name="T6" fmla="*/ 366 w 366"/>
                    <a:gd name="T7" fmla="*/ 70 h 70"/>
                    <a:gd name="T8" fmla="*/ 0 w 366"/>
                    <a:gd name="T9" fmla="*/ 70 h 7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</a:cxnLst>
                  <a:rect l="0" t="0" r="r" b="b"/>
                  <a:pathLst>
                    <a:path w="366" h="70">
                      <a:moveTo>
                        <a:pt x="0" y="70"/>
                      </a:moveTo>
                      <a:cubicBezTo>
                        <a:pt x="23" y="47"/>
                        <a:pt x="46" y="23"/>
                        <a:pt x="69" y="0"/>
                      </a:cubicBezTo>
                      <a:cubicBezTo>
                        <a:pt x="145" y="0"/>
                        <a:pt x="221" y="0"/>
                        <a:pt x="296" y="0"/>
                      </a:cubicBezTo>
                      <a:cubicBezTo>
                        <a:pt x="320" y="23"/>
                        <a:pt x="343" y="47"/>
                        <a:pt x="366" y="70"/>
                      </a:cubicBezTo>
                      <a:cubicBezTo>
                        <a:pt x="244" y="70"/>
                        <a:pt x="122" y="70"/>
                        <a:pt x="0" y="70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5" name="Freeform 4942">
                  <a:extLst>
                    <a:ext uri="{FF2B5EF4-FFF2-40B4-BE49-F238E27FC236}">
                      <a16:creationId xmlns:a16="http://schemas.microsoft.com/office/drawing/2014/main" id="{26CE86D3-575D-784C-A6AB-5333EA11DA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672586"/>
                  <a:ext cx="153987" cy="658813"/>
                </a:xfrm>
                <a:custGeom>
                  <a:avLst/>
                  <a:gdLst>
                    <a:gd name="T0" fmla="*/ 0 w 71"/>
                    <a:gd name="T1" fmla="*/ 0 h 304"/>
                    <a:gd name="T2" fmla="*/ 71 w 71"/>
                    <a:gd name="T3" fmla="*/ 75 h 304"/>
                    <a:gd name="T4" fmla="*/ 71 w 71"/>
                    <a:gd name="T5" fmla="*/ 260 h 304"/>
                    <a:gd name="T6" fmla="*/ 27 w 71"/>
                    <a:gd name="T7" fmla="*/ 304 h 304"/>
                    <a:gd name="T8" fmla="*/ 0 w 71"/>
                    <a:gd name="T9" fmla="*/ 278 h 304"/>
                    <a:gd name="T10" fmla="*/ 0 w 71"/>
                    <a:gd name="T11" fmla="*/ 0 h 30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</a:cxnLst>
                  <a:rect l="0" t="0" r="r" b="b"/>
                  <a:pathLst>
                    <a:path w="71" h="304">
                      <a:moveTo>
                        <a:pt x="0" y="0"/>
                      </a:moveTo>
                      <a:cubicBezTo>
                        <a:pt x="24" y="25"/>
                        <a:pt x="48" y="50"/>
                        <a:pt x="71" y="75"/>
                      </a:cubicBezTo>
                      <a:cubicBezTo>
                        <a:pt x="70" y="137"/>
                        <a:pt x="71" y="199"/>
                        <a:pt x="71" y="260"/>
                      </a:cubicBezTo>
                      <a:cubicBezTo>
                        <a:pt x="56" y="275"/>
                        <a:pt x="41" y="290"/>
                        <a:pt x="27" y="304"/>
                      </a:cubicBezTo>
                      <a:cubicBezTo>
                        <a:pt x="18" y="296"/>
                        <a:pt x="9" y="287"/>
                        <a:pt x="0" y="278"/>
                      </a:cubicBezTo>
                      <a:cubicBezTo>
                        <a:pt x="0" y="185"/>
                        <a:pt x="0" y="93"/>
                        <a:pt x="0" y="0"/>
                      </a:cubicBezTo>
                      <a:close/>
                    </a:path>
                  </a:pathLst>
                </a:custGeom>
                <a:solidFill>
                  <a:srgbClr val="6CF2E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  <p:sp>
              <p:nvSpPr>
                <p:cNvPr id="36" name="Freeform 4944">
                  <a:extLst>
                    <a:ext uri="{FF2B5EF4-FFF2-40B4-BE49-F238E27FC236}">
                      <a16:creationId xmlns:a16="http://schemas.microsoft.com/office/drawing/2014/main" id="{BC2FC9B7-CAB7-2944-80B8-644175CE6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flipH="1">
                  <a:off x="1500636" y="1390136"/>
                  <a:ext cx="157162" cy="649288"/>
                </a:xfrm>
                <a:custGeom>
                  <a:avLst/>
                  <a:gdLst>
                    <a:gd name="T0" fmla="*/ 2 w 72"/>
                    <a:gd name="T1" fmla="*/ 26 h 300"/>
                    <a:gd name="T2" fmla="*/ 28 w 72"/>
                    <a:gd name="T3" fmla="*/ 0 h 300"/>
                    <a:gd name="T4" fmla="*/ 72 w 72"/>
                    <a:gd name="T5" fmla="*/ 44 h 300"/>
                    <a:gd name="T6" fmla="*/ 72 w 72"/>
                    <a:gd name="T7" fmla="*/ 230 h 300"/>
                    <a:gd name="T8" fmla="*/ 1 w 72"/>
                    <a:gd name="T9" fmla="*/ 300 h 300"/>
                    <a:gd name="T10" fmla="*/ 1 w 72"/>
                    <a:gd name="T11" fmla="*/ 45 h 300"/>
                    <a:gd name="T12" fmla="*/ 2 w 72"/>
                    <a:gd name="T13" fmla="*/ 26 h 3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2" h="300">
                      <a:moveTo>
                        <a:pt x="2" y="26"/>
                      </a:moveTo>
                      <a:cubicBezTo>
                        <a:pt x="10" y="17"/>
                        <a:pt x="19" y="9"/>
                        <a:pt x="28" y="0"/>
                      </a:cubicBezTo>
                      <a:cubicBezTo>
                        <a:pt x="42" y="14"/>
                        <a:pt x="57" y="29"/>
                        <a:pt x="72" y="44"/>
                      </a:cubicBezTo>
                      <a:cubicBezTo>
                        <a:pt x="72" y="106"/>
                        <a:pt x="72" y="168"/>
                        <a:pt x="72" y="230"/>
                      </a:cubicBezTo>
                      <a:cubicBezTo>
                        <a:pt x="48" y="253"/>
                        <a:pt x="25" y="277"/>
                        <a:pt x="1" y="300"/>
                      </a:cubicBezTo>
                      <a:cubicBezTo>
                        <a:pt x="1" y="215"/>
                        <a:pt x="1" y="130"/>
                        <a:pt x="1" y="45"/>
                      </a:cubicBezTo>
                      <a:cubicBezTo>
                        <a:pt x="2" y="39"/>
                        <a:pt x="0" y="32"/>
                        <a:pt x="2" y="26"/>
                      </a:cubicBezTo>
                      <a:close/>
                    </a:path>
                  </a:pathLst>
                </a:custGeom>
                <a:solidFill>
                  <a:srgbClr val="25F1E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zh-CN" altLang="en-US" sz="105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等线" panose="020F0502020204030204"/>
                    <a:ea typeface="等线" panose="02010600030101010101" pitchFamily="2" charset="-122"/>
                    <a:cs typeface="+mn-cs"/>
                  </a:endParaRPr>
                </a:p>
              </p:txBody>
            </p:sp>
          </p:grpSp>
          <p:sp>
            <p:nvSpPr>
              <p:cNvPr id="25" name="文本框 24">
                <a:extLst>
                  <a:ext uri="{FF2B5EF4-FFF2-40B4-BE49-F238E27FC236}">
                    <a16:creationId xmlns:a16="http://schemas.microsoft.com/office/drawing/2014/main" id="{08B0E511-211F-2142-8D34-8E19E0328730}"/>
                  </a:ext>
                </a:extLst>
              </p:cNvPr>
              <p:cNvSpPr txBox="1"/>
              <p:nvPr/>
            </p:nvSpPr>
            <p:spPr>
              <a:xfrm>
                <a:off x="3607463" y="4364236"/>
                <a:ext cx="1092516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HRS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EAF7B946-39D1-E54A-84F2-8AD835053ECF}"/>
                  </a:ext>
                </a:extLst>
              </p:cNvPr>
              <p:cNvSpPr txBox="1"/>
              <p:nvPr/>
            </p:nvSpPr>
            <p:spPr>
              <a:xfrm>
                <a:off x="5627644" y="4434298"/>
                <a:ext cx="1072343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MINS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02D8939D-2B69-D84F-8370-0AE00A722066}"/>
                  </a:ext>
                </a:extLst>
              </p:cNvPr>
              <p:cNvSpPr txBox="1"/>
              <p:nvPr/>
            </p:nvSpPr>
            <p:spPr>
              <a:xfrm>
                <a:off x="7551229" y="4364232"/>
                <a:ext cx="1072488" cy="5721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Microsoft YaHei UI" panose="020B0503020204020204" pitchFamily="34" charset="-122"/>
                    <a:ea typeface="Microsoft YaHei UI" panose="020B0503020204020204" pitchFamily="34" charset="-122"/>
                    <a:cs typeface="+mn-cs"/>
                  </a:rPr>
                  <a:t>SECS</a:t>
                </a:r>
                <a:endParaRPr kumimoji="0" lang="zh-CN" altLang="en-US" sz="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Microsoft YaHei UI" panose="020B0503020204020204" pitchFamily="34" charset="-122"/>
                  <a:ea typeface="Microsoft YaHei UI" panose="020B0503020204020204" pitchFamily="34" charset="-122"/>
                  <a:cs typeface="+mn-cs"/>
                </a:endParaRPr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63DFE6A-7F0A-0D41-A98B-4075A039B84C}"/>
                  </a:ext>
                </a:extLst>
              </p:cNvPr>
              <p:cNvSpPr txBox="1"/>
              <p:nvPr/>
            </p:nvSpPr>
            <p:spPr>
              <a:xfrm>
                <a:off x="4998128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0DE4E9DF-2BE9-DA49-9C12-0FC30F771D93}"/>
                  </a:ext>
                </a:extLst>
              </p:cNvPr>
              <p:cNvSpPr txBox="1"/>
              <p:nvPr/>
            </p:nvSpPr>
            <p:spPr>
              <a:xfrm>
                <a:off x="6723356" y="2885243"/>
                <a:ext cx="470517" cy="286079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4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5F1E1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  <a:cs typeface="+mn-cs"/>
                  </a:rPr>
                  <a:t>:</a:t>
                </a:r>
                <a:endParaRPr kumimoji="0" lang="zh-CN" altLang="en-US" sz="4400" b="0" i="0" u="none" strike="noStrike" kern="1200" cap="none" spc="0" normalizeH="0" baseline="0" noProof="0" dirty="0">
                  <a:ln>
                    <a:noFill/>
                  </a:ln>
                  <a:solidFill>
                    <a:srgbClr val="25F1E1"/>
                  </a:solidFill>
                  <a:effectLst/>
                  <a:uLnTx/>
                  <a:uFillTx/>
                  <a:latin typeface="黑体" panose="02010609060101010101" pitchFamily="49" charset="-122"/>
                  <a:ea typeface="黑体" panose="02010609060101010101" pitchFamily="49" charset="-122"/>
                  <a:cs typeface="+mn-cs"/>
                </a:endParaRPr>
              </a:p>
            </p:txBody>
          </p:sp>
        </p:grp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42CECD5-D557-D945-87D2-6334EEAA9471}"/>
                </a:ext>
              </a:extLst>
            </p:cNvPr>
            <p:cNvSpPr txBox="1"/>
            <p:nvPr/>
          </p:nvSpPr>
          <p:spPr>
            <a:xfrm>
              <a:off x="9983975" y="5624048"/>
              <a:ext cx="1903145" cy="338552"/>
            </a:xfrm>
            <a:prstGeom prst="rect">
              <a:avLst/>
            </a:prstGeom>
            <a:noFill/>
            <a:ln w="12700" cap="flat">
              <a:noFill/>
              <a:miter lim="400000"/>
            </a:ln>
          </p:spPr>
          <p:style>
            <a:lnRef idx="0">
              <a:srgbClr val="FFFFFF"/>
            </a:lnRef>
            <a:fillRef idx="0">
              <a:srgbClr val="FFFFFF"/>
            </a:fillRef>
            <a:effectRef idx="0">
              <a:srgbClr val="FFFFFF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en-US" altLang="zh-CN" sz="1600" dirty="0">
                  <a:solidFill>
                    <a:srgbClr val="6CF2E2"/>
                  </a:solidFill>
                </a:rPr>
                <a:t>5</a:t>
              </a:r>
              <a:r>
                <a:rPr lang="zh-CN" altLang="en-US" sz="1600" dirty="0">
                  <a:solidFill>
                    <a:srgbClr val="6CF2E2"/>
                  </a:solidFill>
                </a:rPr>
                <a:t>分钟限</a:t>
              </a:r>
              <a:r>
                <a:rPr kumimoji="0" lang="zh-CN" altLang="en-US" sz="1600" b="0" i="0" u="none" strike="noStrike" cap="none" spc="0" normalizeH="0" baseline="0" dirty="0">
                  <a:ln>
                    <a:noFill/>
                  </a:ln>
                  <a:solidFill>
                    <a:srgbClr val="6CF2E2"/>
                  </a:solidFill>
                  <a:effectLst/>
                  <a:uFillTx/>
                  <a:latin typeface="+mn-lt"/>
                  <a:ea typeface="+mn-ea"/>
                  <a:cs typeface="+mn-cs"/>
                  <a:sym typeface="Calibri" panose="020F0502020204030204"/>
                </a:rPr>
                <a:t>时记忆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4790319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4" y="0"/>
            <a:ext cx="12180571" cy="11747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1" name="image4.png" descr="未标题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4" y="245745"/>
            <a:ext cx="1498601" cy="72199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2" name="Shape 142"/>
          <p:cNvSpPr/>
          <p:nvPr/>
        </p:nvSpPr>
        <p:spPr>
          <a:xfrm>
            <a:off x="982980" y="364490"/>
            <a:ext cx="4903470" cy="523220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8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defRPr>
            </a:lvl1pPr>
          </a:lstStyle>
          <a:p>
            <a:r>
              <a:rPr lang="zh-CN" altLang="en-US" dirty="0"/>
              <a:t>没有记忆天才 只有记忆方法</a:t>
            </a:r>
            <a:endParaRPr dirty="0"/>
          </a:p>
        </p:txBody>
      </p:sp>
      <p:pic>
        <p:nvPicPr>
          <p:cNvPr id="143" name="image5.png" descr="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7484" y="-125730"/>
            <a:ext cx="2628901" cy="146431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45" name="image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9955" y="1995170"/>
            <a:ext cx="6699885" cy="322326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46" name="Shape 146"/>
          <p:cNvSpPr/>
          <p:nvPr/>
        </p:nvSpPr>
        <p:spPr>
          <a:xfrm>
            <a:off x="4031615" y="3456304"/>
            <a:ext cx="2760981" cy="408941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spAutoFit/>
          </a:bodyPr>
          <a:lstStyle>
            <a:lvl1pPr>
              <a:defRPr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微软雅黑 Light" panose="020B0502040204020203" charset="-122"/>
              </a:defRPr>
            </a:lvl1pPr>
          </a:lstStyle>
          <a:p>
            <a:r>
              <a:t>记忆有九段   不服你来战</a:t>
            </a:r>
          </a:p>
        </p:txBody>
      </p:sp>
      <p:pic>
        <p:nvPicPr>
          <p:cNvPr id="147" name="image7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43825" y="1995170"/>
            <a:ext cx="3509010" cy="322326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主题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 panose="020F05020202040302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804</TotalTime>
  <Words>508</Words>
  <Application>Microsoft Office PowerPoint</Application>
  <PresentationFormat>宽屏</PresentationFormat>
  <Paragraphs>83</Paragraphs>
  <Slides>11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2" baseType="lpstr">
      <vt:lpstr>Microsoft YaHei UI</vt:lpstr>
      <vt:lpstr>等线</vt:lpstr>
      <vt:lpstr>等线</vt:lpstr>
      <vt:lpstr>黑体</vt:lpstr>
      <vt:lpstr>微软雅黑</vt:lpstr>
      <vt:lpstr>微软雅黑</vt:lpstr>
      <vt:lpstr>Arial</vt:lpstr>
      <vt:lpstr>Calibri</vt:lpstr>
      <vt:lpstr>Calibri Light</vt:lpstr>
      <vt:lpstr>Office 主题</vt:lpstr>
      <vt:lpstr>工作表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xiaolong</cp:lastModifiedBy>
  <cp:revision>38</cp:revision>
  <dcterms:created xsi:type="dcterms:W3CDTF">2018-01-17T00:53:00Z</dcterms:created>
  <dcterms:modified xsi:type="dcterms:W3CDTF">2025-07-10T02:56:52Z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2052-10.1.0.7346</vt:lpwstr>
  </property>
</Properties>
</file>